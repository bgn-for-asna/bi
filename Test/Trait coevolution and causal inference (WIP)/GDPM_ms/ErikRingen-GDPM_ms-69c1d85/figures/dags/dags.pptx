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"/>
  </p:notesMasterIdLst>
  <p:sldIdLst>
    <p:sldId id="256" r:id="rId2"/>
  </p:sldIdLst>
  <p:sldSz cx="128016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7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A5E9E-5DC7-40F8-BFD3-7232D5D09F5B}" type="datetimeFigureOut">
              <a:rPr lang="en-US" smtClean="0"/>
              <a:t>2/16/26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278DB-56B0-4AA3-945F-F2BD8FEC3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00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197187"/>
            <a:ext cx="9601200" cy="254677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3842174"/>
            <a:ext cx="9601200" cy="176614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943F-641A-4AB3-8A46-4CF83FC42CA3}" type="datetimeFigureOut">
              <a:rPr lang="en-US" smtClean="0"/>
              <a:t>2/16/26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B4DB-BF0C-452E-951B-1CD341233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80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943F-641A-4AB3-8A46-4CF83FC42CA3}" type="datetimeFigureOut">
              <a:rPr lang="en-US" smtClean="0"/>
              <a:t>2/16/26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B4DB-BF0C-452E-951B-1CD341233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5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1823721"/>
            <a:ext cx="11041380" cy="304291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4895428"/>
            <a:ext cx="11041380" cy="160019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943F-641A-4AB3-8A46-4CF83FC42CA3}" type="datetimeFigureOut">
              <a:rPr lang="en-US" smtClean="0"/>
              <a:t>2/16/26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B4DB-BF0C-452E-951B-1CD341233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10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1947333"/>
            <a:ext cx="5440680" cy="46414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1947333"/>
            <a:ext cx="5440680" cy="46414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943F-641A-4AB3-8A46-4CF83FC42CA3}" type="datetimeFigureOut">
              <a:rPr lang="en-US" smtClean="0"/>
              <a:t>2/16/26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B4DB-BF0C-452E-951B-1CD341233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013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389467"/>
            <a:ext cx="1104138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8" y="1793241"/>
            <a:ext cx="5415676" cy="87883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8" y="2672080"/>
            <a:ext cx="5415676" cy="39302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0" y="1793241"/>
            <a:ext cx="5442347" cy="87883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0" y="2672080"/>
            <a:ext cx="5442347" cy="39302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943F-641A-4AB3-8A46-4CF83FC42CA3}" type="datetimeFigureOut">
              <a:rPr lang="en-US" smtClean="0"/>
              <a:t>2/16/26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B4DB-BF0C-452E-951B-1CD341233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599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943F-641A-4AB3-8A46-4CF83FC42CA3}" type="datetimeFigureOut">
              <a:rPr lang="en-US" smtClean="0"/>
              <a:t>2/16/26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B4DB-BF0C-452E-951B-1CD341233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676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943F-641A-4AB3-8A46-4CF83FC42CA3}" type="datetimeFigureOut">
              <a:rPr lang="en-US" smtClean="0"/>
              <a:t>2/16/26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B4DB-BF0C-452E-951B-1CD341233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102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487680"/>
            <a:ext cx="4128849" cy="170688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053254"/>
            <a:ext cx="6480810" cy="51985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194560"/>
            <a:ext cx="4128849" cy="406569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943F-641A-4AB3-8A46-4CF83FC42CA3}" type="datetimeFigureOut">
              <a:rPr lang="en-US" smtClean="0"/>
              <a:t>2/16/26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B4DB-BF0C-452E-951B-1CD341233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5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487680"/>
            <a:ext cx="4128849" cy="170688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053254"/>
            <a:ext cx="6480810" cy="51985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194560"/>
            <a:ext cx="4128849" cy="406569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943F-641A-4AB3-8A46-4CF83FC42CA3}" type="datetimeFigureOut">
              <a:rPr lang="en-US" smtClean="0"/>
              <a:t>2/16/26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B4DB-BF0C-452E-951B-1CD341233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221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943F-641A-4AB3-8A46-4CF83FC42CA3}" type="datetimeFigureOut">
              <a:rPr lang="en-US" smtClean="0"/>
              <a:t>2/16/26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B4DB-BF0C-452E-951B-1CD341233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840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5" y="389467"/>
            <a:ext cx="2760345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0" y="389467"/>
            <a:ext cx="8121015" cy="619929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943F-641A-4AB3-8A46-4CF83FC42CA3}" type="datetimeFigureOut">
              <a:rPr lang="en-US" smtClean="0"/>
              <a:t>2/16/26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5B4DB-BF0C-452E-951B-1CD341233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428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389467"/>
            <a:ext cx="1104138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1947333"/>
            <a:ext cx="1104138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6780107"/>
            <a:ext cx="288036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3943F-641A-4AB3-8A46-4CF83FC42CA3}" type="datetimeFigureOut">
              <a:rPr lang="en-US" smtClean="0"/>
              <a:t>2/16/26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6780107"/>
            <a:ext cx="432054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6780107"/>
            <a:ext cx="288036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5B4DB-BF0C-452E-951B-1CD341233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2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AE8AD3A-D3A8-4230-B5BF-A3EC59A931CC}"/>
              </a:ext>
            </a:extLst>
          </p:cNvPr>
          <p:cNvCxnSpPr>
            <a:cxnSpLocks/>
            <a:stCxn id="146" idx="3"/>
            <a:endCxn id="149" idx="1"/>
          </p:cNvCxnSpPr>
          <p:nvPr/>
        </p:nvCxnSpPr>
        <p:spPr>
          <a:xfrm>
            <a:off x="3341914" y="5452467"/>
            <a:ext cx="1398601" cy="19098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EE7F135-F524-450B-819D-EF7273B6E3E6}"/>
              </a:ext>
            </a:extLst>
          </p:cNvPr>
          <p:cNvSpPr/>
          <p:nvPr/>
        </p:nvSpPr>
        <p:spPr>
          <a:xfrm>
            <a:off x="524632" y="2317800"/>
            <a:ext cx="598518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288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1BFDE6-F4F7-4C56-BE13-90425F5F1910}"/>
              </a:ext>
            </a:extLst>
          </p:cNvPr>
          <p:cNvSpPr/>
          <p:nvPr/>
        </p:nvSpPr>
        <p:spPr>
          <a:xfrm>
            <a:off x="2708107" y="2317800"/>
            <a:ext cx="598518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n-US" sz="288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382772-5EDC-4AD1-A8C7-3BB4E4FCDB06}"/>
              </a:ext>
            </a:extLst>
          </p:cNvPr>
          <p:cNvSpPr/>
          <p:nvPr/>
        </p:nvSpPr>
        <p:spPr>
          <a:xfrm>
            <a:off x="1588662" y="1104142"/>
            <a:ext cx="598518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n-US" sz="288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BB1CED-87A0-4249-B121-542751B7CA2F}"/>
              </a:ext>
            </a:extLst>
          </p:cNvPr>
          <p:cNvSpPr txBox="1"/>
          <p:nvPr/>
        </p:nvSpPr>
        <p:spPr>
          <a:xfrm>
            <a:off x="703339" y="354391"/>
            <a:ext cx="2431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a) Correlation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D7E429-3C07-42A1-9B89-2597A45B11D1}"/>
              </a:ext>
            </a:extLst>
          </p:cNvPr>
          <p:cNvSpPr/>
          <p:nvPr/>
        </p:nvSpPr>
        <p:spPr>
          <a:xfrm>
            <a:off x="4891581" y="2317800"/>
            <a:ext cx="598518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288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A09A0E-A626-43CE-AEF4-41EFC4916CB8}"/>
              </a:ext>
            </a:extLst>
          </p:cNvPr>
          <p:cNvCxnSpPr>
            <a:cxnSpLocks/>
            <a:stCxn id="22" idx="3"/>
            <a:endCxn id="20" idx="0"/>
          </p:cNvCxnSpPr>
          <p:nvPr/>
        </p:nvCxnSpPr>
        <p:spPr>
          <a:xfrm>
            <a:off x="6554124" y="1353522"/>
            <a:ext cx="820190" cy="964278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4AECB66-1818-431A-B14B-367E892A5D88}"/>
              </a:ext>
            </a:extLst>
          </p:cNvPr>
          <p:cNvSpPr/>
          <p:nvPr/>
        </p:nvSpPr>
        <p:spPr>
          <a:xfrm>
            <a:off x="7075057" y="2317800"/>
            <a:ext cx="598518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n-US" sz="288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EB20D1-53E2-4172-9B73-7EBC3F424BB2}"/>
              </a:ext>
            </a:extLst>
          </p:cNvPr>
          <p:cNvCxnSpPr>
            <a:cxnSpLocks/>
            <a:stCxn id="22" idx="1"/>
            <a:endCxn id="18" idx="0"/>
          </p:cNvCxnSpPr>
          <p:nvPr/>
        </p:nvCxnSpPr>
        <p:spPr>
          <a:xfrm flipH="1">
            <a:off x="5190836" y="1353522"/>
            <a:ext cx="764770" cy="964278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DAC7AE5-03CD-4DF8-933D-C7547804E39C}"/>
              </a:ext>
            </a:extLst>
          </p:cNvPr>
          <p:cNvSpPr/>
          <p:nvPr/>
        </p:nvSpPr>
        <p:spPr>
          <a:xfrm>
            <a:off x="5955610" y="1104142"/>
            <a:ext cx="598518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n-US" sz="288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442E44-B913-477A-A465-85005C178B02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5490098" y="2567175"/>
            <a:ext cx="15849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1BC4159-7195-461D-8DE4-C36D6176B086}"/>
              </a:ext>
            </a:extLst>
          </p:cNvPr>
          <p:cNvSpPr txBox="1"/>
          <p:nvPr/>
        </p:nvSpPr>
        <p:spPr>
          <a:xfrm>
            <a:off x="4592323" y="354393"/>
            <a:ext cx="3039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b) Static DAG (</a:t>
            </a:r>
            <a:r>
              <a:rPr lang="de-CH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fork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EB8ED2-86EC-4DB0-8100-4E57B217EE83}"/>
              </a:ext>
            </a:extLst>
          </p:cNvPr>
          <p:cNvSpPr/>
          <p:nvPr/>
        </p:nvSpPr>
        <p:spPr>
          <a:xfrm>
            <a:off x="9214193" y="2317800"/>
            <a:ext cx="598518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288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A694E16-FF8A-4B59-8DA9-36112036E069}"/>
              </a:ext>
            </a:extLst>
          </p:cNvPr>
          <p:cNvCxnSpPr>
            <a:cxnSpLocks/>
          </p:cNvCxnSpPr>
          <p:nvPr/>
        </p:nvCxnSpPr>
        <p:spPr>
          <a:xfrm flipH="1" flipV="1">
            <a:off x="10876734" y="1353522"/>
            <a:ext cx="820190" cy="964278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22CF116-CD99-4959-8464-68D694D18C66}"/>
              </a:ext>
            </a:extLst>
          </p:cNvPr>
          <p:cNvSpPr/>
          <p:nvPr/>
        </p:nvSpPr>
        <p:spPr>
          <a:xfrm>
            <a:off x="11397667" y="2317800"/>
            <a:ext cx="598518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n-US" sz="288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755B357-AE2D-441E-A220-3CA0EC1D9373}"/>
              </a:ext>
            </a:extLst>
          </p:cNvPr>
          <p:cNvCxnSpPr>
            <a:cxnSpLocks/>
          </p:cNvCxnSpPr>
          <p:nvPr/>
        </p:nvCxnSpPr>
        <p:spPr>
          <a:xfrm flipV="1">
            <a:off x="9513449" y="1353522"/>
            <a:ext cx="764770" cy="964278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0D9D0A1-C595-4CF3-8C74-9D95BF5BF2A6}"/>
              </a:ext>
            </a:extLst>
          </p:cNvPr>
          <p:cNvSpPr/>
          <p:nvPr/>
        </p:nvSpPr>
        <p:spPr>
          <a:xfrm>
            <a:off x="10278220" y="1104142"/>
            <a:ext cx="598518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n-US" sz="288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F8FF99-6DBF-48D6-9251-F69808FACECC}"/>
              </a:ext>
            </a:extLst>
          </p:cNvPr>
          <p:cNvCxnSpPr>
            <a:stCxn id="25" idx="3"/>
            <a:endCxn id="27" idx="1"/>
          </p:cNvCxnSpPr>
          <p:nvPr/>
        </p:nvCxnSpPr>
        <p:spPr>
          <a:xfrm>
            <a:off x="9812706" y="2567175"/>
            <a:ext cx="15849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3FD9979-DD03-4FE7-8AF0-F447B1092D17}"/>
              </a:ext>
            </a:extLst>
          </p:cNvPr>
          <p:cNvSpPr txBox="1"/>
          <p:nvPr/>
        </p:nvSpPr>
        <p:spPr>
          <a:xfrm>
            <a:off x="8914933" y="354393"/>
            <a:ext cx="3475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c) Static DAG (</a:t>
            </a:r>
            <a:r>
              <a:rPr lang="de-CH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collider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9E0959-3169-4428-BB7E-E1E38DCD0A0B}"/>
              </a:ext>
            </a:extLst>
          </p:cNvPr>
          <p:cNvSpPr txBox="1"/>
          <p:nvPr/>
        </p:nvSpPr>
        <p:spPr>
          <a:xfrm>
            <a:off x="373357" y="3282067"/>
            <a:ext cx="5116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d) Dynamic DAG (</a:t>
            </a:r>
            <a:r>
              <a:rPr lang="de-CH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reciprocal causation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5D93E76-CCD8-4772-82C6-123C92931A43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1123152" y="2567181"/>
            <a:ext cx="158495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0491AAC-978A-4FE8-973D-B1EEA5ED8C41}"/>
              </a:ext>
            </a:extLst>
          </p:cNvPr>
          <p:cNvCxnSpPr>
            <a:cxnSpLocks/>
            <a:stCxn id="5" idx="0"/>
            <a:endCxn id="6" idx="3"/>
          </p:cNvCxnSpPr>
          <p:nvPr/>
        </p:nvCxnSpPr>
        <p:spPr>
          <a:xfrm flipH="1" flipV="1">
            <a:off x="2187181" y="1353524"/>
            <a:ext cx="820186" cy="964274"/>
          </a:xfrm>
          <a:prstGeom prst="straightConnector1">
            <a:avLst/>
          </a:prstGeom>
          <a:ln w="28575" cap="flat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ACCD899-CC58-4402-A841-E3C339B2A0BD}"/>
              </a:ext>
            </a:extLst>
          </p:cNvPr>
          <p:cNvCxnSpPr>
            <a:cxnSpLocks/>
            <a:stCxn id="4" idx="0"/>
            <a:endCxn id="6" idx="1"/>
          </p:cNvCxnSpPr>
          <p:nvPr/>
        </p:nvCxnSpPr>
        <p:spPr>
          <a:xfrm flipV="1">
            <a:off x="823893" y="1353524"/>
            <a:ext cx="764771" cy="96427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F2A503A-A3C9-45EF-B322-FF678064E2A7}"/>
              </a:ext>
            </a:extLst>
          </p:cNvPr>
          <p:cNvSpPr/>
          <p:nvPr/>
        </p:nvSpPr>
        <p:spPr>
          <a:xfrm>
            <a:off x="276695" y="4025769"/>
            <a:ext cx="838179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de-CH" sz="288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t-1</a:t>
            </a:r>
            <a:endParaRPr lang="en-US" sz="2880" baseline="-25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A88B49F-7691-461F-BFDB-67669A3CAF58}"/>
              </a:ext>
            </a:extLst>
          </p:cNvPr>
          <p:cNvSpPr/>
          <p:nvPr/>
        </p:nvSpPr>
        <p:spPr>
          <a:xfrm>
            <a:off x="266954" y="5197116"/>
            <a:ext cx="838179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de-CH" sz="288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t-1</a:t>
            </a:r>
            <a:endParaRPr lang="en-US" sz="288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22AC5D4-51AD-4130-A327-26F52C75AE12}"/>
              </a:ext>
            </a:extLst>
          </p:cNvPr>
          <p:cNvSpPr/>
          <p:nvPr/>
        </p:nvSpPr>
        <p:spPr>
          <a:xfrm>
            <a:off x="290060" y="6331564"/>
            <a:ext cx="838179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de-CH" sz="288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t-1</a:t>
            </a:r>
            <a:endParaRPr lang="en-US" sz="288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87294D4-5C1F-44E0-81B9-04CF2B766E26}"/>
              </a:ext>
            </a:extLst>
          </p:cNvPr>
          <p:cNvSpPr/>
          <p:nvPr/>
        </p:nvSpPr>
        <p:spPr>
          <a:xfrm>
            <a:off x="2513477" y="4031737"/>
            <a:ext cx="838179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de-CH" sz="288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US" sz="288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ABFC9B7-33F8-4BD6-A6F4-CF333E590655}"/>
              </a:ext>
            </a:extLst>
          </p:cNvPr>
          <p:cNvSpPr/>
          <p:nvPr/>
        </p:nvSpPr>
        <p:spPr>
          <a:xfrm>
            <a:off x="2503734" y="5203085"/>
            <a:ext cx="838179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de-CH" sz="288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US" sz="288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DCE4037-BB12-4782-BD29-8331BE7F3FA6}"/>
              </a:ext>
            </a:extLst>
          </p:cNvPr>
          <p:cNvSpPr/>
          <p:nvPr/>
        </p:nvSpPr>
        <p:spPr>
          <a:xfrm>
            <a:off x="2526842" y="6337533"/>
            <a:ext cx="838179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de-CH" sz="288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US" sz="2880" baseline="-25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9C7F109-BE85-4545-861B-7A6DE1EC6B4B}"/>
              </a:ext>
            </a:extLst>
          </p:cNvPr>
          <p:cNvSpPr/>
          <p:nvPr/>
        </p:nvSpPr>
        <p:spPr>
          <a:xfrm>
            <a:off x="4750257" y="4025769"/>
            <a:ext cx="838179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de-CH" sz="288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t+1</a:t>
            </a:r>
            <a:endParaRPr lang="en-US" sz="2880" baseline="-25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BB4ED80-0DF4-4E77-A77B-1D584D58746F}"/>
              </a:ext>
            </a:extLst>
          </p:cNvPr>
          <p:cNvSpPr/>
          <p:nvPr/>
        </p:nvSpPr>
        <p:spPr>
          <a:xfrm>
            <a:off x="4740514" y="5222184"/>
            <a:ext cx="838179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de-CH" sz="288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t+1</a:t>
            </a:r>
            <a:endParaRPr lang="en-US" sz="288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90CC459-E115-45CB-92D8-643873C25BCB}"/>
              </a:ext>
            </a:extLst>
          </p:cNvPr>
          <p:cNvSpPr/>
          <p:nvPr/>
        </p:nvSpPr>
        <p:spPr>
          <a:xfrm>
            <a:off x="4763622" y="6331564"/>
            <a:ext cx="838179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de-CH" sz="288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t+1</a:t>
            </a:r>
            <a:endParaRPr lang="en-US" sz="288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E88EAEC0-9DD9-4B24-B068-2D34360DEB37}"/>
              </a:ext>
            </a:extLst>
          </p:cNvPr>
          <p:cNvCxnSpPr>
            <a:cxnSpLocks/>
            <a:stCxn id="142" idx="3"/>
            <a:endCxn id="145" idx="1"/>
          </p:cNvCxnSpPr>
          <p:nvPr/>
        </p:nvCxnSpPr>
        <p:spPr>
          <a:xfrm>
            <a:off x="1114873" y="4275153"/>
            <a:ext cx="1398602" cy="5969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4803E9C-A6D2-47B7-9C3F-30C8EF38988D}"/>
              </a:ext>
            </a:extLst>
          </p:cNvPr>
          <p:cNvCxnSpPr>
            <a:cxnSpLocks/>
            <a:stCxn id="143" idx="3"/>
            <a:endCxn id="146" idx="1"/>
          </p:cNvCxnSpPr>
          <p:nvPr/>
        </p:nvCxnSpPr>
        <p:spPr>
          <a:xfrm>
            <a:off x="1105132" y="5446500"/>
            <a:ext cx="1398602" cy="5969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DCA1B3D-9793-462E-AF05-3DE03A1F4BFB}"/>
              </a:ext>
            </a:extLst>
          </p:cNvPr>
          <p:cNvCxnSpPr>
            <a:cxnSpLocks/>
            <a:stCxn id="144" idx="3"/>
            <a:endCxn id="147" idx="1"/>
          </p:cNvCxnSpPr>
          <p:nvPr/>
        </p:nvCxnSpPr>
        <p:spPr>
          <a:xfrm>
            <a:off x="1128238" y="6580948"/>
            <a:ext cx="1398602" cy="5969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A59B1F6E-3FE3-4CA9-BB78-F6F6D0CEF5D1}"/>
              </a:ext>
            </a:extLst>
          </p:cNvPr>
          <p:cNvCxnSpPr>
            <a:cxnSpLocks/>
            <a:stCxn id="145" idx="3"/>
            <a:endCxn id="148" idx="1"/>
          </p:cNvCxnSpPr>
          <p:nvPr/>
        </p:nvCxnSpPr>
        <p:spPr>
          <a:xfrm flipV="1">
            <a:off x="3351656" y="4275153"/>
            <a:ext cx="1398601" cy="5969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9B789344-E5B0-4503-A1FD-DE6A731BB089}"/>
              </a:ext>
            </a:extLst>
          </p:cNvPr>
          <p:cNvCxnSpPr>
            <a:cxnSpLocks/>
            <a:stCxn id="146" idx="3"/>
          </p:cNvCxnSpPr>
          <p:nvPr/>
        </p:nvCxnSpPr>
        <p:spPr>
          <a:xfrm>
            <a:off x="3341914" y="5452470"/>
            <a:ext cx="1477319" cy="92196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5E442FAA-ACE1-4E0D-8065-81366B30D8E4}"/>
              </a:ext>
            </a:extLst>
          </p:cNvPr>
          <p:cNvCxnSpPr>
            <a:cxnSpLocks/>
            <a:stCxn id="147" idx="3"/>
            <a:endCxn id="150" idx="1"/>
          </p:cNvCxnSpPr>
          <p:nvPr/>
        </p:nvCxnSpPr>
        <p:spPr>
          <a:xfrm flipV="1">
            <a:off x="3365021" y="6580948"/>
            <a:ext cx="1398601" cy="5969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A3C79A8-307E-4745-ABBF-264D5EC51290}"/>
              </a:ext>
            </a:extLst>
          </p:cNvPr>
          <p:cNvCxnSpPr>
            <a:cxnSpLocks/>
            <a:stCxn id="143" idx="3"/>
          </p:cNvCxnSpPr>
          <p:nvPr/>
        </p:nvCxnSpPr>
        <p:spPr>
          <a:xfrm>
            <a:off x="1105132" y="5446499"/>
            <a:ext cx="1462133" cy="1043061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FF6E1DD-EF39-4F51-A0FC-15AFB82EB4E9}"/>
              </a:ext>
            </a:extLst>
          </p:cNvPr>
          <p:cNvCxnSpPr>
            <a:cxnSpLocks/>
            <a:stCxn id="143" idx="3"/>
          </p:cNvCxnSpPr>
          <p:nvPr/>
        </p:nvCxnSpPr>
        <p:spPr>
          <a:xfrm flipV="1">
            <a:off x="1105131" y="4539995"/>
            <a:ext cx="1560410" cy="90650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DFBA4944-7277-4F3B-A06A-439FE9E81251}"/>
              </a:ext>
            </a:extLst>
          </p:cNvPr>
          <p:cNvCxnSpPr>
            <a:cxnSpLocks/>
            <a:stCxn id="142" idx="3"/>
          </p:cNvCxnSpPr>
          <p:nvPr/>
        </p:nvCxnSpPr>
        <p:spPr>
          <a:xfrm>
            <a:off x="1114873" y="4275150"/>
            <a:ext cx="1550668" cy="2099282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459DC54-3B8C-4FB1-ACB0-C32B47BBAB07}"/>
              </a:ext>
            </a:extLst>
          </p:cNvPr>
          <p:cNvCxnSpPr>
            <a:cxnSpLocks/>
            <a:stCxn id="146" idx="3"/>
          </p:cNvCxnSpPr>
          <p:nvPr/>
        </p:nvCxnSpPr>
        <p:spPr>
          <a:xfrm flipV="1">
            <a:off x="3341913" y="4393872"/>
            <a:ext cx="1425379" cy="105859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893FE79-5276-44E4-B4B4-BEC34C658494}"/>
              </a:ext>
            </a:extLst>
          </p:cNvPr>
          <p:cNvCxnSpPr>
            <a:cxnSpLocks/>
            <a:stCxn id="147" idx="3"/>
          </p:cNvCxnSpPr>
          <p:nvPr/>
        </p:nvCxnSpPr>
        <p:spPr>
          <a:xfrm flipV="1">
            <a:off x="3365019" y="4504179"/>
            <a:ext cx="1512750" cy="2082736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4BCA9AE-A91A-4BBF-B006-B40AD306683A}"/>
              </a:ext>
            </a:extLst>
          </p:cNvPr>
          <p:cNvSpPr txBox="1"/>
          <p:nvPr/>
        </p:nvSpPr>
        <p:spPr>
          <a:xfrm>
            <a:off x="6543048" y="3282067"/>
            <a:ext cx="5772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e) Dynamic DAG (</a:t>
            </a:r>
            <a:r>
              <a:rPr lang="de-CH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causes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3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4462773-2BAA-46FE-A294-C87501CC699A}"/>
              </a:ext>
            </a:extLst>
          </p:cNvPr>
          <p:cNvSpPr/>
          <p:nvPr/>
        </p:nvSpPr>
        <p:spPr>
          <a:xfrm>
            <a:off x="7687610" y="4595981"/>
            <a:ext cx="1121356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de-CH" sz="288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(1)t-1</a:t>
            </a:r>
            <a:endParaRPr lang="en-US" sz="2880" baseline="-25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7D288EE-43E6-4292-8794-3546741696C7}"/>
              </a:ext>
            </a:extLst>
          </p:cNvPr>
          <p:cNvSpPr/>
          <p:nvPr/>
        </p:nvSpPr>
        <p:spPr>
          <a:xfrm>
            <a:off x="7743595" y="5369988"/>
            <a:ext cx="1065371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de-CH" sz="288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(2)t-1</a:t>
            </a:r>
            <a:endParaRPr lang="en-US" sz="2880" baseline="-25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2ECE014-B386-7FEC-AE01-EBE3B6BB4A6E}"/>
              </a:ext>
            </a:extLst>
          </p:cNvPr>
          <p:cNvGrpSpPr/>
          <p:nvPr/>
        </p:nvGrpSpPr>
        <p:grpSpPr>
          <a:xfrm>
            <a:off x="7199039" y="5987954"/>
            <a:ext cx="2314410" cy="915433"/>
            <a:chOff x="7567995" y="5873235"/>
            <a:chExt cx="2314410" cy="915433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F4106BC2-F4A2-4F65-B08D-6FDB64D34235}"/>
                </a:ext>
              </a:extLst>
            </p:cNvPr>
            <p:cNvSpPr>
              <a:spLocks/>
            </p:cNvSpPr>
            <p:nvPr/>
          </p:nvSpPr>
          <p:spPr>
            <a:xfrm>
              <a:off x="7567995" y="6251757"/>
              <a:ext cx="590408" cy="498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CH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de-CH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t-1</a:t>
              </a:r>
              <a:endPara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496403B2-10A1-49DF-BB0A-5FCD8ABF4946}"/>
                </a:ext>
              </a:extLst>
            </p:cNvPr>
            <p:cNvSpPr>
              <a:spLocks/>
            </p:cNvSpPr>
            <p:nvPr/>
          </p:nvSpPr>
          <p:spPr>
            <a:xfrm>
              <a:off x="8428942" y="6279138"/>
              <a:ext cx="590408" cy="498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CH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r>
                <a:rPr lang="de-CH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t-1</a:t>
              </a:r>
              <a:endPara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82F17C19-11CE-4911-A28E-FAD4BCBBD299}"/>
                </a:ext>
              </a:extLst>
            </p:cNvPr>
            <p:cNvSpPr>
              <a:spLocks/>
            </p:cNvSpPr>
            <p:nvPr/>
          </p:nvSpPr>
          <p:spPr>
            <a:xfrm>
              <a:off x="9291997" y="6289903"/>
              <a:ext cx="590408" cy="498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CH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de-CH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t-1</a:t>
              </a:r>
              <a:endPara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21291AA9-3C30-4970-8940-78FC82AFC34F}"/>
                </a:ext>
              </a:extLst>
            </p:cNvPr>
            <p:cNvCxnSpPr>
              <a:cxnSpLocks/>
            </p:cNvCxnSpPr>
            <p:nvPr/>
          </p:nvCxnSpPr>
          <p:spPr>
            <a:xfrm>
              <a:off x="8698720" y="5873235"/>
              <a:ext cx="0" cy="5011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8B44AA95-643F-4EE3-8BF6-96A1E8A9F98B}"/>
                </a:ext>
              </a:extLst>
            </p:cNvPr>
            <p:cNvCxnSpPr>
              <a:cxnSpLocks/>
              <a:endCxn id="141" idx="0"/>
            </p:cNvCxnSpPr>
            <p:nvPr/>
          </p:nvCxnSpPr>
          <p:spPr>
            <a:xfrm>
              <a:off x="8698720" y="5873235"/>
              <a:ext cx="888481" cy="4166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75F0145A-DBEE-4F64-B1D2-BFFB486C73A0}"/>
                </a:ext>
              </a:extLst>
            </p:cNvPr>
            <p:cNvCxnSpPr>
              <a:cxnSpLocks/>
              <a:endCxn id="139" idx="0"/>
            </p:cNvCxnSpPr>
            <p:nvPr/>
          </p:nvCxnSpPr>
          <p:spPr>
            <a:xfrm flipH="1">
              <a:off x="7863199" y="5873235"/>
              <a:ext cx="835521" cy="3785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1175486-387A-41D6-BAFA-4C5924C4EE46}"/>
              </a:ext>
            </a:extLst>
          </p:cNvPr>
          <p:cNvSpPr/>
          <p:nvPr/>
        </p:nvSpPr>
        <p:spPr>
          <a:xfrm>
            <a:off x="10383663" y="4599402"/>
            <a:ext cx="1121356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de-CH" sz="288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(1)t</a:t>
            </a:r>
            <a:endParaRPr lang="en-US" sz="2880" baseline="-25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D820F658-0C7F-4C7D-83B5-7D0D9A1B4AA0}"/>
              </a:ext>
            </a:extLst>
          </p:cNvPr>
          <p:cNvSpPr/>
          <p:nvPr/>
        </p:nvSpPr>
        <p:spPr>
          <a:xfrm>
            <a:off x="10404649" y="5369988"/>
            <a:ext cx="1065371" cy="498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CH" sz="288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de-CH" sz="288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(2)t</a:t>
            </a:r>
            <a:endParaRPr lang="en-US" sz="2880" baseline="-25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8981259C-8A8E-428B-842D-813C207C3006}"/>
              </a:ext>
            </a:extLst>
          </p:cNvPr>
          <p:cNvCxnSpPr>
            <a:cxnSpLocks/>
          </p:cNvCxnSpPr>
          <p:nvPr/>
        </p:nvCxnSpPr>
        <p:spPr>
          <a:xfrm>
            <a:off x="8808966" y="4943421"/>
            <a:ext cx="1574697" cy="342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5ED66D7C-239A-41ED-9563-7CDAC3DEA7D9}"/>
              </a:ext>
            </a:extLst>
          </p:cNvPr>
          <p:cNvCxnSpPr>
            <a:cxnSpLocks/>
          </p:cNvCxnSpPr>
          <p:nvPr/>
        </p:nvCxnSpPr>
        <p:spPr>
          <a:xfrm>
            <a:off x="8787980" y="5729587"/>
            <a:ext cx="1595683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14A64D31-B962-4AFA-B304-C06E33CFEF27}"/>
              </a:ext>
            </a:extLst>
          </p:cNvPr>
          <p:cNvCxnSpPr>
            <a:cxnSpLocks/>
          </p:cNvCxnSpPr>
          <p:nvPr/>
        </p:nvCxnSpPr>
        <p:spPr>
          <a:xfrm flipV="1">
            <a:off x="8777981" y="5129247"/>
            <a:ext cx="1663587" cy="480342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B1F9A9C-2CEA-397D-6C22-CB966ADFA23E}"/>
              </a:ext>
            </a:extLst>
          </p:cNvPr>
          <p:cNvGrpSpPr/>
          <p:nvPr/>
        </p:nvGrpSpPr>
        <p:grpSpPr>
          <a:xfrm>
            <a:off x="9895054" y="6020912"/>
            <a:ext cx="2314410" cy="915433"/>
            <a:chOff x="7567995" y="5873235"/>
            <a:chExt cx="2314410" cy="915433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A8DF517-FA4E-1792-28D4-1D61399A5E99}"/>
                </a:ext>
              </a:extLst>
            </p:cNvPr>
            <p:cNvSpPr>
              <a:spLocks/>
            </p:cNvSpPr>
            <p:nvPr/>
          </p:nvSpPr>
          <p:spPr>
            <a:xfrm>
              <a:off x="7567995" y="6251757"/>
              <a:ext cx="590408" cy="498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CH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de-CH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288A9F9-92C8-A03F-47B8-AED136D0ACD6}"/>
                </a:ext>
              </a:extLst>
            </p:cNvPr>
            <p:cNvSpPr>
              <a:spLocks/>
            </p:cNvSpPr>
            <p:nvPr/>
          </p:nvSpPr>
          <p:spPr>
            <a:xfrm>
              <a:off x="8428942" y="6279138"/>
              <a:ext cx="590408" cy="498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CH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r>
                <a:rPr lang="de-CH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7FFBB58-A569-3C1E-3AC7-BC0E7380FD82}"/>
                </a:ext>
              </a:extLst>
            </p:cNvPr>
            <p:cNvSpPr>
              <a:spLocks/>
            </p:cNvSpPr>
            <p:nvPr/>
          </p:nvSpPr>
          <p:spPr>
            <a:xfrm>
              <a:off x="9291997" y="6289903"/>
              <a:ext cx="590408" cy="498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CH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de-CH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D72A055B-0567-1756-66BD-CA4F90833B6A}"/>
                </a:ext>
              </a:extLst>
            </p:cNvPr>
            <p:cNvCxnSpPr>
              <a:cxnSpLocks/>
            </p:cNvCxnSpPr>
            <p:nvPr/>
          </p:nvCxnSpPr>
          <p:spPr>
            <a:xfrm>
              <a:off x="8698720" y="5873235"/>
              <a:ext cx="0" cy="5011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096D024C-DD92-B5F9-B841-353D4FBA4991}"/>
                </a:ext>
              </a:extLst>
            </p:cNvPr>
            <p:cNvCxnSpPr>
              <a:cxnSpLocks/>
              <a:endCxn id="89" idx="0"/>
            </p:cNvCxnSpPr>
            <p:nvPr/>
          </p:nvCxnSpPr>
          <p:spPr>
            <a:xfrm>
              <a:off x="8698720" y="5873235"/>
              <a:ext cx="888481" cy="4166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E0837922-C6AD-CBD6-FB4C-805AF16C401E}"/>
                </a:ext>
              </a:extLst>
            </p:cNvPr>
            <p:cNvCxnSpPr>
              <a:cxnSpLocks/>
              <a:endCxn id="86" idx="0"/>
            </p:cNvCxnSpPr>
            <p:nvPr/>
          </p:nvCxnSpPr>
          <p:spPr>
            <a:xfrm flipH="1">
              <a:off x="7863199" y="5873235"/>
              <a:ext cx="835521" cy="3785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B505D99-475A-F7DD-E8DB-2E553849A4ED}"/>
              </a:ext>
            </a:extLst>
          </p:cNvPr>
          <p:cNvGrpSpPr/>
          <p:nvPr/>
        </p:nvGrpSpPr>
        <p:grpSpPr>
          <a:xfrm>
            <a:off x="7245470" y="3779860"/>
            <a:ext cx="2314410" cy="924693"/>
            <a:chOff x="7245470" y="3779860"/>
            <a:chExt cx="2314410" cy="924693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A59A8D4-986E-D2AB-0031-D48E1D33B53F}"/>
                </a:ext>
              </a:extLst>
            </p:cNvPr>
            <p:cNvSpPr>
              <a:spLocks/>
            </p:cNvSpPr>
            <p:nvPr/>
          </p:nvSpPr>
          <p:spPr>
            <a:xfrm>
              <a:off x="8969472" y="3807880"/>
              <a:ext cx="590408" cy="498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CH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de-CH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t-1</a:t>
              </a:r>
              <a:endPara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CB6C568-377C-79F9-C2D7-8A20C51759C1}"/>
                </a:ext>
              </a:extLst>
            </p:cNvPr>
            <p:cNvSpPr>
              <a:spLocks/>
            </p:cNvSpPr>
            <p:nvPr/>
          </p:nvSpPr>
          <p:spPr>
            <a:xfrm>
              <a:off x="8108525" y="3779860"/>
              <a:ext cx="590408" cy="498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CH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de-CH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t-1</a:t>
              </a:r>
              <a:endPara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BB0D313-7D25-7BEA-9C1B-3ADA1E3B1CDD}"/>
                </a:ext>
              </a:extLst>
            </p:cNvPr>
            <p:cNvSpPr>
              <a:spLocks/>
            </p:cNvSpPr>
            <p:nvPr/>
          </p:nvSpPr>
          <p:spPr>
            <a:xfrm>
              <a:off x="7245470" y="3779862"/>
              <a:ext cx="590408" cy="498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CH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de-CH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t-1</a:t>
              </a:r>
              <a:endPara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4B21397-CF8E-B926-B4B5-E38EC6EFCE3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429155" y="4203356"/>
              <a:ext cx="0" cy="5011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C7B19A75-91BB-D7E8-2D34-1BDF03A6EA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40674" y="4287885"/>
              <a:ext cx="888482" cy="4166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345FD662-F11D-B386-10FA-EEB0CCBF5D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9154" y="4326031"/>
              <a:ext cx="835522" cy="3785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5D6AC44-5B6D-50B8-54F0-E2EC3BE55F93}"/>
              </a:ext>
            </a:extLst>
          </p:cNvPr>
          <p:cNvGrpSpPr/>
          <p:nvPr/>
        </p:nvGrpSpPr>
        <p:grpSpPr>
          <a:xfrm>
            <a:off x="9851160" y="3768473"/>
            <a:ext cx="2314410" cy="924693"/>
            <a:chOff x="7245470" y="3779860"/>
            <a:chExt cx="2314410" cy="924693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E9729EBE-0AEE-D920-72B3-A44F4FFB34EB}"/>
                </a:ext>
              </a:extLst>
            </p:cNvPr>
            <p:cNvSpPr>
              <a:spLocks/>
            </p:cNvSpPr>
            <p:nvPr/>
          </p:nvSpPr>
          <p:spPr>
            <a:xfrm>
              <a:off x="8969472" y="3807880"/>
              <a:ext cx="590408" cy="498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CH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de-CH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F040829E-8402-F3D2-5BD3-A4A02F173CAE}"/>
                </a:ext>
              </a:extLst>
            </p:cNvPr>
            <p:cNvSpPr>
              <a:spLocks/>
            </p:cNvSpPr>
            <p:nvPr/>
          </p:nvSpPr>
          <p:spPr>
            <a:xfrm>
              <a:off x="8108525" y="3779860"/>
              <a:ext cx="590408" cy="498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CH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de-CH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0716A961-2393-3A8A-EA27-BCB725E47A8D}"/>
                </a:ext>
              </a:extLst>
            </p:cNvPr>
            <p:cNvSpPr>
              <a:spLocks/>
            </p:cNvSpPr>
            <p:nvPr/>
          </p:nvSpPr>
          <p:spPr>
            <a:xfrm>
              <a:off x="7245470" y="3779862"/>
              <a:ext cx="590408" cy="498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CH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de-CH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4ED3E64D-168A-DBFD-6BB5-0B923B246BE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429155" y="4203356"/>
              <a:ext cx="0" cy="5011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2A183F00-54B6-0BC1-5DE4-361E039BA4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40674" y="4287885"/>
              <a:ext cx="888482" cy="4166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CF48471E-4E43-3A70-7810-2648EFCA2A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9154" y="4326031"/>
              <a:ext cx="835522" cy="3785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2183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12670</TotalTime>
  <Words>89</Words>
  <Application>Microsoft Macintosh PowerPoint</Application>
  <PresentationFormat>Custom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 Martin</dc:creator>
  <cp:lastModifiedBy>Erik Jacob Ringen</cp:lastModifiedBy>
  <cp:revision>19</cp:revision>
  <dcterms:created xsi:type="dcterms:W3CDTF">2024-02-22T15:48:46Z</dcterms:created>
  <dcterms:modified xsi:type="dcterms:W3CDTF">2026-02-25T11:19:14Z</dcterms:modified>
</cp:coreProperties>
</file>