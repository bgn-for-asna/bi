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5"/>
  </p:notesMasterIdLst>
  <p:sldIdLst>
    <p:sldId id="256" r:id="rId2"/>
    <p:sldId id="258" r:id="rId3"/>
    <p:sldId id="259" r:id="rId4"/>
    <p:sldId id="261" r:id="rId5"/>
    <p:sldId id="262" r:id="rId6"/>
    <p:sldId id="263" r:id="rId7"/>
    <p:sldId id="271" r:id="rId8"/>
    <p:sldId id="272" r:id="rId9"/>
    <p:sldId id="264" r:id="rId10"/>
    <p:sldId id="266" r:id="rId11"/>
    <p:sldId id="268" r:id="rId12"/>
    <p:sldId id="269" r:id="rId13"/>
    <p:sldId id="273" r:id="rId14"/>
    <p:sldId id="295" r:id="rId15"/>
    <p:sldId id="275" r:id="rId16"/>
    <p:sldId id="276" r:id="rId17"/>
    <p:sldId id="289" r:id="rId18"/>
    <p:sldId id="277" r:id="rId19"/>
    <p:sldId id="278" r:id="rId20"/>
    <p:sldId id="279" r:id="rId21"/>
    <p:sldId id="280" r:id="rId22"/>
    <p:sldId id="301" r:id="rId23"/>
    <p:sldId id="296" r:id="rId24"/>
    <p:sldId id="292" r:id="rId25"/>
    <p:sldId id="293" r:id="rId26"/>
    <p:sldId id="297" r:id="rId27"/>
    <p:sldId id="284" r:id="rId28"/>
    <p:sldId id="298" r:id="rId29"/>
    <p:sldId id="287" r:id="rId30"/>
    <p:sldId id="300" r:id="rId31"/>
    <p:sldId id="282" r:id="rId32"/>
    <p:sldId id="294" r:id="rId33"/>
    <p:sldId id="283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369" autoAdjust="0"/>
  </p:normalViewPr>
  <p:slideViewPr>
    <p:cSldViewPr snapToGrid="0">
      <p:cViewPr varScale="1">
        <p:scale>
          <a:sx n="104" d="100"/>
          <a:sy n="104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f23f3ce18aa30384" providerId="LiveId" clId="{E3D72C13-83D5-46E5-87C5-8648BF4DA33C}"/>
    <pc:docChg chg="undo redo custSel addSld delSld modSld">
      <pc:chgData name="" userId="f23f3ce18aa30384" providerId="LiveId" clId="{E3D72C13-83D5-46E5-87C5-8648BF4DA33C}" dt="2024-05-20T11:09:25.600" v="3524" actId="478"/>
      <pc:docMkLst>
        <pc:docMk/>
      </pc:docMkLst>
      <pc:sldChg chg="modSp modNotesTx">
        <pc:chgData name="" userId="f23f3ce18aa30384" providerId="LiveId" clId="{E3D72C13-83D5-46E5-87C5-8648BF4DA33C}" dt="2024-05-20T08:57:07.626" v="3348" actId="20577"/>
        <pc:sldMkLst>
          <pc:docMk/>
          <pc:sldMk cId="690203045" sldId="256"/>
        </pc:sldMkLst>
        <pc:spChg chg="mod">
          <ac:chgData name="" userId="f23f3ce18aa30384" providerId="LiveId" clId="{E3D72C13-83D5-46E5-87C5-8648BF4DA33C}" dt="2024-05-17T08:58:08.416" v="2198" actId="14100"/>
          <ac:spMkLst>
            <pc:docMk/>
            <pc:sldMk cId="690203045" sldId="256"/>
            <ac:spMk id="2" creationId="{05E10544-A62D-424D-B5C6-BE25C06A2301}"/>
          </ac:spMkLst>
        </pc:spChg>
      </pc:sldChg>
      <pc:sldChg chg="modSp">
        <pc:chgData name="" userId="f23f3ce18aa30384" providerId="LiveId" clId="{E3D72C13-83D5-46E5-87C5-8648BF4DA33C}" dt="2024-05-17T08:59:37.946" v="2199" actId="20577"/>
        <pc:sldMkLst>
          <pc:docMk/>
          <pc:sldMk cId="3544215364" sldId="258"/>
        </pc:sldMkLst>
        <pc:spChg chg="mod">
          <ac:chgData name="" userId="f23f3ce18aa30384" providerId="LiveId" clId="{E3D72C13-83D5-46E5-87C5-8648BF4DA33C}" dt="2024-05-17T08:59:37.946" v="2199" actId="20577"/>
          <ac:spMkLst>
            <pc:docMk/>
            <pc:sldMk cId="3544215364" sldId="258"/>
            <ac:spMk id="9" creationId="{CA2F84E0-C17F-4865-A704-CC848CF84528}"/>
          </ac:spMkLst>
        </pc:spChg>
      </pc:sldChg>
      <pc:sldChg chg="modNotesTx">
        <pc:chgData name="" userId="f23f3ce18aa30384" providerId="LiveId" clId="{E3D72C13-83D5-46E5-87C5-8648BF4DA33C}" dt="2024-05-15T06:21:47.930" v="359" actId="5793"/>
        <pc:sldMkLst>
          <pc:docMk/>
          <pc:sldMk cId="963496533" sldId="259"/>
        </pc:sldMkLst>
      </pc:sldChg>
      <pc:sldChg chg="addSp modSp modAnim modNotesTx">
        <pc:chgData name="" userId="f23f3ce18aa30384" providerId="LiveId" clId="{E3D72C13-83D5-46E5-87C5-8648BF4DA33C}" dt="2024-05-17T09:05:44.465" v="2209"/>
        <pc:sldMkLst>
          <pc:docMk/>
          <pc:sldMk cId="2542652978" sldId="261"/>
        </pc:sldMkLst>
        <pc:picChg chg="add mod">
          <ac:chgData name="" userId="f23f3ce18aa30384" providerId="LiveId" clId="{E3D72C13-83D5-46E5-87C5-8648BF4DA33C}" dt="2024-05-17T09:05:12.709" v="2202" actId="1076"/>
          <ac:picMkLst>
            <pc:docMk/>
            <pc:sldMk cId="2542652978" sldId="261"/>
            <ac:picMk id="7" creationId="{8A0D22CD-79D2-4F96-900D-E869C0DC4F89}"/>
          </ac:picMkLst>
        </pc:picChg>
      </pc:sldChg>
      <pc:sldChg chg="addSp delSp modSp delAnim modAnim">
        <pc:chgData name="" userId="f23f3ce18aa30384" providerId="LiveId" clId="{E3D72C13-83D5-46E5-87C5-8648BF4DA33C}" dt="2024-05-20T10:54:26.543" v="3377" actId="1076"/>
        <pc:sldMkLst>
          <pc:docMk/>
          <pc:sldMk cId="1329294470" sldId="263"/>
        </pc:sldMkLst>
        <pc:spChg chg="mod">
          <ac:chgData name="" userId="f23f3ce18aa30384" providerId="LiveId" clId="{E3D72C13-83D5-46E5-87C5-8648BF4DA33C}" dt="2024-05-15T08:50:46.034" v="1523" actId="1076"/>
          <ac:spMkLst>
            <pc:docMk/>
            <pc:sldMk cId="1329294470" sldId="263"/>
            <ac:spMk id="46" creationId="{CB02F89B-2FB3-4F31-BC6D-5BB88C82E8EC}"/>
          </ac:spMkLst>
        </pc:spChg>
        <pc:picChg chg="add del mod">
          <ac:chgData name="" userId="f23f3ce18aa30384" providerId="LiveId" clId="{E3D72C13-83D5-46E5-87C5-8648BF4DA33C}" dt="2024-05-20T10:51:10.519" v="3365" actId="478"/>
          <ac:picMkLst>
            <pc:docMk/>
            <pc:sldMk cId="1329294470" sldId="263"/>
            <ac:picMk id="3" creationId="{7FAAAC4F-9755-441B-85CA-01AB559BA764}"/>
          </ac:picMkLst>
        </pc:picChg>
        <pc:picChg chg="add mod">
          <ac:chgData name="" userId="f23f3ce18aa30384" providerId="LiveId" clId="{E3D72C13-83D5-46E5-87C5-8648BF4DA33C}" dt="2024-05-20T10:54:26.543" v="3377" actId="1076"/>
          <ac:picMkLst>
            <pc:docMk/>
            <pc:sldMk cId="1329294470" sldId="263"/>
            <ac:picMk id="8" creationId="{781C6C82-084F-4543-BB91-873F309C17D1}"/>
          </ac:picMkLst>
        </pc:picChg>
        <pc:picChg chg="del">
          <ac:chgData name="" userId="f23f3ce18aa30384" providerId="LiveId" clId="{E3D72C13-83D5-46E5-87C5-8648BF4DA33C}" dt="2024-05-20T10:54:24.345" v="3376" actId="478"/>
          <ac:picMkLst>
            <pc:docMk/>
            <pc:sldMk cId="1329294470" sldId="263"/>
            <ac:picMk id="19" creationId="{8BA9D520-75EE-4498-A139-67F859050DF6}"/>
          </ac:picMkLst>
        </pc:picChg>
        <pc:picChg chg="ord">
          <ac:chgData name="" userId="f23f3ce18aa30384" providerId="LiveId" clId="{E3D72C13-83D5-46E5-87C5-8648BF4DA33C}" dt="2024-05-20T10:50:28.411" v="3358" actId="167"/>
          <ac:picMkLst>
            <pc:docMk/>
            <pc:sldMk cId="1329294470" sldId="263"/>
            <ac:picMk id="25" creationId="{A3643D0F-6DE1-473C-B4DF-8108C7D3EE5E}"/>
          </ac:picMkLst>
        </pc:picChg>
        <pc:picChg chg="ord">
          <ac:chgData name="" userId="f23f3ce18aa30384" providerId="LiveId" clId="{E3D72C13-83D5-46E5-87C5-8648BF4DA33C}" dt="2024-05-20T10:50:26.544" v="3357" actId="167"/>
          <ac:picMkLst>
            <pc:docMk/>
            <pc:sldMk cId="1329294470" sldId="263"/>
            <ac:picMk id="31" creationId="{BB2E83FA-A27D-4120-A5D1-30416FA8E4F8}"/>
          </ac:picMkLst>
        </pc:picChg>
        <pc:picChg chg="ord">
          <ac:chgData name="" userId="f23f3ce18aa30384" providerId="LiveId" clId="{E3D72C13-83D5-46E5-87C5-8648BF4DA33C}" dt="2024-05-20T10:50:24.891" v="3356" actId="167"/>
          <ac:picMkLst>
            <pc:docMk/>
            <pc:sldMk cId="1329294470" sldId="263"/>
            <ac:picMk id="38" creationId="{6AF6F323-CF7D-4A9D-9622-2BFCA6978092}"/>
          </ac:picMkLst>
        </pc:picChg>
        <pc:picChg chg="ord">
          <ac:chgData name="" userId="f23f3ce18aa30384" providerId="LiveId" clId="{E3D72C13-83D5-46E5-87C5-8648BF4DA33C}" dt="2024-05-20T10:50:21.298" v="3354" actId="167"/>
          <ac:picMkLst>
            <pc:docMk/>
            <pc:sldMk cId="1329294470" sldId="263"/>
            <ac:picMk id="44" creationId="{BDDEE3B0-6DF1-4805-B4D4-B8DB638ED8D6}"/>
          </ac:picMkLst>
        </pc:picChg>
      </pc:sldChg>
      <pc:sldChg chg="modSp">
        <pc:chgData name="" userId="f23f3ce18aa30384" providerId="LiveId" clId="{E3D72C13-83D5-46E5-87C5-8648BF4DA33C}" dt="2024-05-13T11:18:41.517" v="295" actId="20577"/>
        <pc:sldMkLst>
          <pc:docMk/>
          <pc:sldMk cId="4091506473" sldId="264"/>
        </pc:sldMkLst>
        <pc:spChg chg="mod">
          <ac:chgData name="" userId="f23f3ce18aa30384" providerId="LiveId" clId="{E3D72C13-83D5-46E5-87C5-8648BF4DA33C}" dt="2024-05-13T11:18:41.517" v="295" actId="20577"/>
          <ac:spMkLst>
            <pc:docMk/>
            <pc:sldMk cId="4091506473" sldId="264"/>
            <ac:spMk id="7" creationId="{2A0302B6-A4E4-405A-B392-C150978E4EBD}"/>
          </ac:spMkLst>
        </pc:spChg>
      </pc:sldChg>
      <pc:sldChg chg="addSp modSp">
        <pc:chgData name="" userId="f23f3ce18aa30384" providerId="LiveId" clId="{E3D72C13-83D5-46E5-87C5-8648BF4DA33C}" dt="2024-05-15T06:41:10.135" v="616" actId="1076"/>
        <pc:sldMkLst>
          <pc:docMk/>
          <pc:sldMk cId="1348948275" sldId="266"/>
        </pc:sldMkLst>
        <pc:spChg chg="add mod">
          <ac:chgData name="" userId="f23f3ce18aa30384" providerId="LiveId" clId="{E3D72C13-83D5-46E5-87C5-8648BF4DA33C}" dt="2024-05-15T06:41:10.135" v="616" actId="1076"/>
          <ac:spMkLst>
            <pc:docMk/>
            <pc:sldMk cId="1348948275" sldId="266"/>
            <ac:spMk id="8" creationId="{121A8546-545C-4A21-BB0E-488BFE993F64}"/>
          </ac:spMkLst>
        </pc:spChg>
      </pc:sldChg>
      <pc:sldChg chg="addSp delSp modSp modAnim">
        <pc:chgData name="" userId="f23f3ce18aa30384" providerId="LiveId" clId="{E3D72C13-83D5-46E5-87C5-8648BF4DA33C}" dt="2024-05-13T08:48:11.916" v="54"/>
        <pc:sldMkLst>
          <pc:docMk/>
          <pc:sldMk cId="1088711734" sldId="268"/>
        </pc:sldMkLst>
        <pc:graphicFrameChg chg="add mod modGraphic">
          <ac:chgData name="" userId="f23f3ce18aa30384" providerId="LiveId" clId="{E3D72C13-83D5-46E5-87C5-8648BF4DA33C}" dt="2024-05-13T08:47:47.228" v="50" actId="207"/>
          <ac:graphicFrameMkLst>
            <pc:docMk/>
            <pc:sldMk cId="1088711734" sldId="268"/>
            <ac:graphicFrameMk id="3" creationId="{3B2D5E09-9708-4F96-B194-5C685BDF34DE}"/>
          </ac:graphicFrameMkLst>
        </pc:graphicFrameChg>
        <pc:graphicFrameChg chg="del">
          <ac:chgData name="" userId="f23f3ce18aa30384" providerId="LiveId" clId="{E3D72C13-83D5-46E5-87C5-8648BF4DA33C}" dt="2024-05-13T08:47:23.424" v="47" actId="478"/>
          <ac:graphicFrameMkLst>
            <pc:docMk/>
            <pc:sldMk cId="1088711734" sldId="268"/>
            <ac:graphicFrameMk id="4" creationId="{7D4E697A-FA52-3ABC-0855-FFB4BB7D8E83}"/>
          </ac:graphicFrameMkLst>
        </pc:graphicFrameChg>
        <pc:graphicFrameChg chg="add mod modGraphic">
          <ac:chgData name="" userId="f23f3ce18aa30384" providerId="LiveId" clId="{E3D72C13-83D5-46E5-87C5-8648BF4DA33C}" dt="2024-05-13T08:48:08.675" v="53" actId="207"/>
          <ac:graphicFrameMkLst>
            <pc:docMk/>
            <pc:sldMk cId="1088711734" sldId="268"/>
            <ac:graphicFrameMk id="5" creationId="{B4EBCD76-7599-42E0-B2DD-A67894796F5D}"/>
          </ac:graphicFrameMkLst>
        </pc:graphicFrameChg>
      </pc:sldChg>
      <pc:sldChg chg="addSp delSp modSp delAnim modAnim modNotesTx">
        <pc:chgData name="" userId="f23f3ce18aa30384" providerId="LiveId" clId="{E3D72C13-83D5-46E5-87C5-8648BF4DA33C}" dt="2024-05-15T09:17:16.612" v="1849" actId="1076"/>
        <pc:sldMkLst>
          <pc:docMk/>
          <pc:sldMk cId="1149406486" sldId="269"/>
        </pc:sldMkLst>
        <pc:spChg chg="mod">
          <ac:chgData name="" userId="f23f3ce18aa30384" providerId="LiveId" clId="{E3D72C13-83D5-46E5-87C5-8648BF4DA33C}" dt="2024-05-15T09:09:37.745" v="1777" actId="1076"/>
          <ac:spMkLst>
            <pc:docMk/>
            <pc:sldMk cId="1149406486" sldId="269"/>
            <ac:spMk id="5" creationId="{06A332DC-027E-4C42-8530-C0845C790ABA}"/>
          </ac:spMkLst>
        </pc:spChg>
        <pc:spChg chg="mod">
          <ac:chgData name="" userId="f23f3ce18aa30384" providerId="LiveId" clId="{E3D72C13-83D5-46E5-87C5-8648BF4DA33C}" dt="2024-05-15T09:10:18.157" v="1784" actId="1076"/>
          <ac:spMkLst>
            <pc:docMk/>
            <pc:sldMk cId="1149406486" sldId="269"/>
            <ac:spMk id="7" creationId="{EBD19CCF-F3B9-4A25-A4B0-74FDD55E1DA7}"/>
          </ac:spMkLst>
        </pc:spChg>
        <pc:spChg chg="mod">
          <ac:chgData name="" userId="f23f3ce18aa30384" providerId="LiveId" clId="{E3D72C13-83D5-46E5-87C5-8648BF4DA33C}" dt="2024-05-15T09:10:37.179" v="1815" actId="20577"/>
          <ac:spMkLst>
            <pc:docMk/>
            <pc:sldMk cId="1149406486" sldId="269"/>
            <ac:spMk id="8" creationId="{EA82C910-C1FA-425E-AC43-7F96089649A3}"/>
          </ac:spMkLst>
        </pc:spChg>
        <pc:spChg chg="add mod">
          <ac:chgData name="" userId="f23f3ce18aa30384" providerId="LiveId" clId="{E3D72C13-83D5-46E5-87C5-8648BF4DA33C}" dt="2024-05-15T09:12:06.462" v="1822" actId="14100"/>
          <ac:spMkLst>
            <pc:docMk/>
            <pc:sldMk cId="1149406486" sldId="269"/>
            <ac:spMk id="15" creationId="{B696DF1A-EA5E-4823-A114-8FA9A0185BD0}"/>
          </ac:spMkLst>
        </pc:spChg>
        <pc:spChg chg="add mod">
          <ac:chgData name="" userId="f23f3ce18aa30384" providerId="LiveId" clId="{E3D72C13-83D5-46E5-87C5-8648BF4DA33C}" dt="2024-05-15T06:48:36.298" v="656" actId="20577"/>
          <ac:spMkLst>
            <pc:docMk/>
            <pc:sldMk cId="1149406486" sldId="269"/>
            <ac:spMk id="17" creationId="{DEA1B6F5-A163-4A17-B792-52A1B3BB2E9B}"/>
          </ac:spMkLst>
        </pc:spChg>
        <pc:spChg chg="add mod">
          <ac:chgData name="" userId="f23f3ce18aa30384" providerId="LiveId" clId="{E3D72C13-83D5-46E5-87C5-8648BF4DA33C}" dt="2024-05-15T09:15:18.922" v="1842"/>
          <ac:spMkLst>
            <pc:docMk/>
            <pc:sldMk cId="1149406486" sldId="269"/>
            <ac:spMk id="18" creationId="{702A0938-6C3A-46BD-AA86-399811D03985}"/>
          </ac:spMkLst>
        </pc:spChg>
        <pc:spChg chg="mod">
          <ac:chgData name="" userId="f23f3ce18aa30384" providerId="LiveId" clId="{E3D72C13-83D5-46E5-87C5-8648BF4DA33C}" dt="2024-05-15T09:08:46.376" v="1763" actId="122"/>
          <ac:spMkLst>
            <pc:docMk/>
            <pc:sldMk cId="1149406486" sldId="269"/>
            <ac:spMk id="19" creationId="{A12639F0-1669-4A74-A3EC-65DF4147F6BE}"/>
          </ac:spMkLst>
        </pc:spChg>
        <pc:spChg chg="mod">
          <ac:chgData name="" userId="f23f3ce18aa30384" providerId="LiveId" clId="{E3D72C13-83D5-46E5-87C5-8648BF4DA33C}" dt="2024-05-15T09:15:35.975" v="1846" actId="1076"/>
          <ac:spMkLst>
            <pc:docMk/>
            <pc:sldMk cId="1149406486" sldId="269"/>
            <ac:spMk id="20" creationId="{F85A5A25-0802-4AA5-9273-B84067738827}"/>
          </ac:spMkLst>
        </pc:spChg>
        <pc:spChg chg="mod">
          <ac:chgData name="" userId="f23f3ce18aa30384" providerId="LiveId" clId="{E3D72C13-83D5-46E5-87C5-8648BF4DA33C}" dt="2024-05-15T09:08:35.632" v="1760" actId="1076"/>
          <ac:spMkLst>
            <pc:docMk/>
            <pc:sldMk cId="1149406486" sldId="269"/>
            <ac:spMk id="26" creationId="{BCB05E7E-7834-4D59-BCFF-7F9C76204A3E}"/>
          </ac:spMkLst>
        </pc:spChg>
        <pc:spChg chg="add del">
          <ac:chgData name="" userId="f23f3ce18aa30384" providerId="LiveId" clId="{E3D72C13-83D5-46E5-87C5-8648BF4DA33C}" dt="2024-05-15T09:05:02.754" v="1670"/>
          <ac:spMkLst>
            <pc:docMk/>
            <pc:sldMk cId="1149406486" sldId="269"/>
            <ac:spMk id="43" creationId="{0A092B92-C784-4EF7-9BE4-7EBC6ACB88C1}"/>
          </ac:spMkLst>
        </pc:spChg>
        <pc:spChg chg="add mod">
          <ac:chgData name="" userId="f23f3ce18aa30384" providerId="LiveId" clId="{E3D72C13-83D5-46E5-87C5-8648BF4DA33C}" dt="2024-05-15T09:12:37.960" v="1828" actId="14100"/>
          <ac:spMkLst>
            <pc:docMk/>
            <pc:sldMk cId="1149406486" sldId="269"/>
            <ac:spMk id="61" creationId="{B796EE37-87AE-46C7-B911-8376BF887DD0}"/>
          </ac:spMkLst>
        </pc:spChg>
        <pc:spChg chg="add mod">
          <ac:chgData name="" userId="f23f3ce18aa30384" providerId="LiveId" clId="{E3D72C13-83D5-46E5-87C5-8648BF4DA33C}" dt="2024-05-15T09:17:16.612" v="1849" actId="1076"/>
          <ac:spMkLst>
            <pc:docMk/>
            <pc:sldMk cId="1149406486" sldId="269"/>
            <ac:spMk id="101" creationId="{7D2F9ADF-61A1-4A27-B939-D50A11DD2D54}"/>
          </ac:spMkLst>
        </pc:spChg>
        <pc:cxnChg chg="add del mod">
          <ac:chgData name="" userId="f23f3ce18aa30384" providerId="LiveId" clId="{E3D72C13-83D5-46E5-87C5-8648BF4DA33C}" dt="2024-05-15T09:00:15.216" v="1569" actId="478"/>
          <ac:cxnSpMkLst>
            <pc:docMk/>
            <pc:sldMk cId="1149406486" sldId="269"/>
            <ac:cxnSpMk id="21" creationId="{7EE8FF62-8C84-48C2-B219-63D469EA7D56}"/>
          </ac:cxnSpMkLst>
        </pc:cxnChg>
        <pc:cxnChg chg="add del mod">
          <ac:chgData name="" userId="f23f3ce18aa30384" providerId="LiveId" clId="{E3D72C13-83D5-46E5-87C5-8648BF4DA33C}" dt="2024-05-15T09:00:15.216" v="1569" actId="478"/>
          <ac:cxnSpMkLst>
            <pc:docMk/>
            <pc:sldMk cId="1149406486" sldId="269"/>
            <ac:cxnSpMk id="22" creationId="{67AF2FC4-4A98-4250-A3A2-D4A7709C888A}"/>
          </ac:cxnSpMkLst>
        </pc:cxnChg>
        <pc:cxnChg chg="add del mod">
          <ac:chgData name="" userId="f23f3ce18aa30384" providerId="LiveId" clId="{E3D72C13-83D5-46E5-87C5-8648BF4DA33C}" dt="2024-05-15T09:00:15.216" v="1569" actId="478"/>
          <ac:cxnSpMkLst>
            <pc:docMk/>
            <pc:sldMk cId="1149406486" sldId="269"/>
            <ac:cxnSpMk id="23" creationId="{E5372AC3-3B4A-4C52-93F9-02EDD094D858}"/>
          </ac:cxnSpMkLst>
        </pc:cxnChg>
        <pc:cxnChg chg="add del mod">
          <ac:chgData name="" userId="f23f3ce18aa30384" providerId="LiveId" clId="{E3D72C13-83D5-46E5-87C5-8648BF4DA33C}" dt="2024-05-15T09:00:15.216" v="1569" actId="478"/>
          <ac:cxnSpMkLst>
            <pc:docMk/>
            <pc:sldMk cId="1149406486" sldId="269"/>
            <ac:cxnSpMk id="24" creationId="{B4EFD5B3-2298-471D-8DAB-1E258748C05C}"/>
          </ac:cxnSpMkLst>
        </pc:cxnChg>
        <pc:cxnChg chg="mod">
          <ac:chgData name="" userId="f23f3ce18aa30384" providerId="LiveId" clId="{E3D72C13-83D5-46E5-87C5-8648BF4DA33C}" dt="2024-05-15T09:08:42.522" v="1762" actId="14100"/>
          <ac:cxnSpMkLst>
            <pc:docMk/>
            <pc:sldMk cId="1149406486" sldId="269"/>
            <ac:cxnSpMk id="27" creationId="{65C92DA6-FD60-4476-8CF7-18A536924F0E}"/>
          </ac:cxnSpMkLst>
        </pc:cxnChg>
        <pc:cxnChg chg="mod">
          <ac:chgData name="" userId="f23f3ce18aa30384" providerId="LiveId" clId="{E3D72C13-83D5-46E5-87C5-8648BF4DA33C}" dt="2024-05-15T09:15:35.975" v="1846" actId="1076"/>
          <ac:cxnSpMkLst>
            <pc:docMk/>
            <pc:sldMk cId="1149406486" sldId="269"/>
            <ac:cxnSpMk id="29" creationId="{4EE7048C-02C9-4F6C-8E26-13B8CA9EE065}"/>
          </ac:cxnSpMkLst>
        </pc:cxnChg>
        <pc:cxnChg chg="mod">
          <ac:chgData name="" userId="f23f3ce18aa30384" providerId="LiveId" clId="{E3D72C13-83D5-46E5-87C5-8648BF4DA33C}" dt="2024-05-15T09:09:37.745" v="1777" actId="1076"/>
          <ac:cxnSpMkLst>
            <pc:docMk/>
            <pc:sldMk cId="1149406486" sldId="269"/>
            <ac:cxnSpMk id="32" creationId="{98FA779A-26BE-4F69-B5ED-EA149011ACE6}"/>
          </ac:cxnSpMkLst>
        </pc:cxnChg>
        <pc:cxnChg chg="add mod">
          <ac:chgData name="" userId="f23f3ce18aa30384" providerId="LiveId" clId="{E3D72C13-83D5-46E5-87C5-8648BF4DA33C}" dt="2024-05-15T09:15:18.922" v="1842"/>
          <ac:cxnSpMkLst>
            <pc:docMk/>
            <pc:sldMk cId="1149406486" sldId="269"/>
            <ac:cxnSpMk id="33" creationId="{FC21B4A8-DAB4-4208-A928-BD27736EE28C}"/>
          </ac:cxnSpMkLst>
        </pc:cxnChg>
        <pc:cxnChg chg="mod">
          <ac:chgData name="" userId="f23f3ce18aa30384" providerId="LiveId" clId="{E3D72C13-83D5-46E5-87C5-8648BF4DA33C}" dt="2024-05-15T09:10:18.157" v="1784" actId="1076"/>
          <ac:cxnSpMkLst>
            <pc:docMk/>
            <pc:sldMk cId="1149406486" sldId="269"/>
            <ac:cxnSpMk id="34" creationId="{40167BDD-E370-4F12-91D5-487F2BF31090}"/>
          </ac:cxnSpMkLst>
        </pc:cxnChg>
        <pc:cxnChg chg="mod">
          <ac:chgData name="" userId="f23f3ce18aa30384" providerId="LiveId" clId="{E3D72C13-83D5-46E5-87C5-8648BF4DA33C}" dt="2024-05-15T09:10:37.179" v="1815" actId="20577"/>
          <ac:cxnSpMkLst>
            <pc:docMk/>
            <pc:sldMk cId="1149406486" sldId="269"/>
            <ac:cxnSpMk id="36" creationId="{246F5C39-78E2-4179-A5C4-B2EF2720BE28}"/>
          </ac:cxnSpMkLst>
        </pc:cxnChg>
        <pc:cxnChg chg="add mod">
          <ac:chgData name="" userId="f23f3ce18aa30384" providerId="LiveId" clId="{E3D72C13-83D5-46E5-87C5-8648BF4DA33C}" dt="2024-05-15T09:12:24.930" v="1824" actId="1076"/>
          <ac:cxnSpMkLst>
            <pc:docMk/>
            <pc:sldMk cId="1149406486" sldId="269"/>
            <ac:cxnSpMk id="94" creationId="{57E2F921-08CC-4E7B-AFE1-6057FB62D601}"/>
          </ac:cxnSpMkLst>
        </pc:cxnChg>
        <pc:cxnChg chg="add mod">
          <ac:chgData name="" userId="f23f3ce18aa30384" providerId="LiveId" clId="{E3D72C13-83D5-46E5-87C5-8648BF4DA33C}" dt="2024-05-15T09:12:24.930" v="1824" actId="1076"/>
          <ac:cxnSpMkLst>
            <pc:docMk/>
            <pc:sldMk cId="1149406486" sldId="269"/>
            <ac:cxnSpMk id="95" creationId="{07D0D81D-5C73-480F-B0B5-FEC22CA6B23C}"/>
          </ac:cxnSpMkLst>
        </pc:cxnChg>
        <pc:cxnChg chg="add mod">
          <ac:chgData name="" userId="f23f3ce18aa30384" providerId="LiveId" clId="{E3D72C13-83D5-46E5-87C5-8648BF4DA33C}" dt="2024-05-15T09:12:32.914" v="1826" actId="1076"/>
          <ac:cxnSpMkLst>
            <pc:docMk/>
            <pc:sldMk cId="1149406486" sldId="269"/>
            <ac:cxnSpMk id="96" creationId="{5FED8C54-6A2B-4A6A-BEA5-A995E4AE9BEA}"/>
          </ac:cxnSpMkLst>
        </pc:cxnChg>
        <pc:cxnChg chg="add mod">
          <ac:chgData name="" userId="f23f3ce18aa30384" providerId="LiveId" clId="{E3D72C13-83D5-46E5-87C5-8648BF4DA33C}" dt="2024-05-15T09:12:32.914" v="1826" actId="1076"/>
          <ac:cxnSpMkLst>
            <pc:docMk/>
            <pc:sldMk cId="1149406486" sldId="269"/>
            <ac:cxnSpMk id="97" creationId="{A234BBDD-42A9-4BDD-BAE8-3FEB323A3959}"/>
          </ac:cxnSpMkLst>
        </pc:cxnChg>
        <pc:cxnChg chg="add mod">
          <ac:chgData name="" userId="f23f3ce18aa30384" providerId="LiveId" clId="{E3D72C13-83D5-46E5-87C5-8648BF4DA33C}" dt="2024-05-15T09:17:16.612" v="1849" actId="1076"/>
          <ac:cxnSpMkLst>
            <pc:docMk/>
            <pc:sldMk cId="1149406486" sldId="269"/>
            <ac:cxnSpMk id="102" creationId="{FCD84D79-5D72-4EFA-B6A7-5B2B671F6F6C}"/>
          </ac:cxnSpMkLst>
        </pc:cxnChg>
        <pc:cxnChg chg="add mod">
          <ac:chgData name="" userId="f23f3ce18aa30384" providerId="LiveId" clId="{E3D72C13-83D5-46E5-87C5-8648BF4DA33C}" dt="2024-05-15T09:17:16.612" v="1849" actId="1076"/>
          <ac:cxnSpMkLst>
            <pc:docMk/>
            <pc:sldMk cId="1149406486" sldId="269"/>
            <ac:cxnSpMk id="103" creationId="{D968E519-5821-436B-8A57-224F49F55C3E}"/>
          </ac:cxnSpMkLst>
        </pc:cxnChg>
      </pc:sldChg>
      <pc:sldChg chg="addSp delSp modSp addAnim delAnim modAnim modNotesTx">
        <pc:chgData name="" userId="f23f3ce18aa30384" providerId="LiveId" clId="{E3D72C13-83D5-46E5-87C5-8648BF4DA33C}" dt="2024-05-19T09:34:58.145" v="2614" actId="1076"/>
        <pc:sldMkLst>
          <pc:docMk/>
          <pc:sldMk cId="2817716219" sldId="272"/>
        </pc:sldMkLst>
        <pc:spChg chg="add 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2" creationId="{D8C8B9F0-2731-476C-AED9-1DE3E1514D65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15" creationId="{AF3BA940-C004-4CBA-B043-E6890C035B95}"/>
          </ac:spMkLst>
        </pc:spChg>
        <pc:spChg chg="del">
          <ac:chgData name="" userId="f23f3ce18aa30384" providerId="LiveId" clId="{E3D72C13-83D5-46E5-87C5-8648BF4DA33C}" dt="2024-05-15T08:28:15.884" v="1188" actId="478"/>
          <ac:spMkLst>
            <pc:docMk/>
            <pc:sldMk cId="2817716219" sldId="272"/>
            <ac:spMk id="16" creationId="{3D4AA6B0-20BF-4EDF-8DC0-A4CADC7D1275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27" creationId="{0C552511-C646-4A9D-BE36-F4943E95D102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30" creationId="{F6B6D463-5BE0-41C9-9413-E16204D11F93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36" creationId="{BCF250DC-FC53-4974-934E-27F1DA457009}"/>
          </ac:spMkLst>
        </pc:spChg>
        <pc:spChg chg="add 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41" creationId="{AED42848-2774-4B95-B330-C64AEC00C58E}"/>
          </ac:spMkLst>
        </pc:spChg>
        <pc:spChg chg="add 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46" creationId="{766DB156-E3E4-46B8-B97D-AE09ABB5521F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47" creationId="{BDC22925-625F-4817-A158-9797EFEA1F83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52" creationId="{03499AB9-5CAC-4961-B6F8-D67F8A7710C2}"/>
          </ac:spMkLst>
        </pc:spChg>
        <pc:spChg chg="add del">
          <ac:chgData name="" userId="f23f3ce18aa30384" providerId="LiveId" clId="{E3D72C13-83D5-46E5-87C5-8648BF4DA33C}" dt="2024-05-15T08:44:26.597" v="1467"/>
          <ac:spMkLst>
            <pc:docMk/>
            <pc:sldMk cId="2817716219" sldId="272"/>
            <ac:spMk id="53" creationId="{9C445EE1-9ABF-461C-9253-AD6C9FA1B270}"/>
          </ac:spMkLst>
        </pc:spChg>
        <pc:spChg chg="add del 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56" creationId="{25B33351-2356-45AA-B9EF-02237BCBC24E}"/>
          </ac:spMkLst>
        </pc:spChg>
        <pc:spChg chg="mod">
          <ac:chgData name="" userId="f23f3ce18aa30384" providerId="LiveId" clId="{E3D72C13-83D5-46E5-87C5-8648BF4DA33C}" dt="2024-05-19T09:34:58.145" v="2614" actId="1076"/>
          <ac:spMkLst>
            <pc:docMk/>
            <pc:sldMk cId="2817716219" sldId="272"/>
            <ac:spMk id="59" creationId="{4DB0527F-C2CD-480A-957E-7BC35A63535E}"/>
          </ac:spMkLst>
        </pc:sp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5" creationId="{BEE2D738-F9A5-43CD-A979-14843E85A104}"/>
          </ac:cxnSpMkLst>
        </pc:cxnChg>
        <pc:cxnChg chg="add del mod">
          <ac:chgData name="" userId="f23f3ce18aa30384" providerId="LiveId" clId="{E3D72C13-83D5-46E5-87C5-8648BF4DA33C}" dt="2024-05-15T08:33:56.057" v="1299" actId="478"/>
          <ac:cxnSpMkLst>
            <pc:docMk/>
            <pc:sldMk cId="2817716219" sldId="272"/>
            <ac:cxnSpMk id="18" creationId="{DE686DA8-3154-40D6-BF71-3630E99D4AA7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23" creationId="{BAD46F89-AA07-471A-A680-84F371D052B8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26" creationId="{4C3E1984-7E8D-4B0B-AEE0-FD06E06176C6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28" creationId="{C18AE7BA-51CD-4C80-83F3-F978F990A75D}"/>
          </ac:cxnSpMkLst>
        </pc:cxnChg>
        <pc:cxnChg chg="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29" creationId="{7C2931B5-96EA-4BE7-ACFF-F17F3AE85760}"/>
          </ac:cxnSpMkLst>
        </pc:cxnChg>
        <pc:cxnChg chg="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34" creationId="{5B73A7BF-9ABD-4F41-B38C-93E112051982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35" creationId="{0ABE918A-FCF7-4221-BE90-985F0262E435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37" creationId="{2A385950-8C09-4DBE-B52A-EE1B6A09FBA4}"/>
          </ac:cxnSpMkLst>
        </pc:cxnChg>
        <pc:cxnChg chg="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38" creationId="{DFBB7354-5AD7-45E1-862B-292946F0ED13}"/>
          </ac:cxnSpMkLst>
        </pc:cxnChg>
        <pc:cxnChg chg="add del mod">
          <ac:chgData name="" userId="f23f3ce18aa30384" providerId="LiveId" clId="{E3D72C13-83D5-46E5-87C5-8648BF4DA33C}" dt="2024-05-15T08:38:46.796" v="1396" actId="478"/>
          <ac:cxnSpMkLst>
            <pc:docMk/>
            <pc:sldMk cId="2817716219" sldId="272"/>
            <ac:cxnSpMk id="39" creationId="{B186A285-C0AA-42AF-9A62-7F8B79D23745}"/>
          </ac:cxnSpMkLst>
        </pc:cxnChg>
        <pc:cxnChg chg="add del mod">
          <ac:chgData name="" userId="f23f3ce18aa30384" providerId="LiveId" clId="{E3D72C13-83D5-46E5-87C5-8648BF4DA33C}" dt="2024-05-15T08:38:47.936" v="1397" actId="478"/>
          <ac:cxnSpMkLst>
            <pc:docMk/>
            <pc:sldMk cId="2817716219" sldId="272"/>
            <ac:cxnSpMk id="40" creationId="{DAD5B8DF-D743-4CAB-B5A7-C5B4BFACD10F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42" creationId="{9B61ACA6-D313-4919-864A-2850CA851E98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43" creationId="{2199F1F0-003A-41CE-8758-376549706B27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44" creationId="{0FD2272D-590C-4795-8376-EFC0A32A3C05}"/>
          </ac:cxnSpMkLst>
        </pc:cxnChg>
        <pc:cxnChg chg="add del mod">
          <ac:chgData name="" userId="f23f3ce18aa30384" providerId="LiveId" clId="{E3D72C13-83D5-46E5-87C5-8648BF4DA33C}" dt="2024-05-15T08:38:25.076" v="1391" actId="478"/>
          <ac:cxnSpMkLst>
            <pc:docMk/>
            <pc:sldMk cId="2817716219" sldId="272"/>
            <ac:cxnSpMk id="45" creationId="{DEC6E818-7E08-4402-AD6B-AB7A301E68B8}"/>
          </ac:cxnSpMkLst>
        </pc:cxnChg>
        <pc:cxnChg chg="add del mod">
          <ac:chgData name="" userId="f23f3ce18aa30384" providerId="LiveId" clId="{E3D72C13-83D5-46E5-87C5-8648BF4DA33C}" dt="2024-05-15T08:47:00.429" v="1496" actId="478"/>
          <ac:cxnSpMkLst>
            <pc:docMk/>
            <pc:sldMk cId="2817716219" sldId="272"/>
            <ac:cxnSpMk id="49" creationId="{EB65F395-FD30-4EA8-AA42-F2EC1B367BF1}"/>
          </ac:cxnSpMkLst>
        </pc:cxnChg>
        <pc:cxnChg chg="add del mod">
          <ac:chgData name="" userId="f23f3ce18aa30384" providerId="LiveId" clId="{E3D72C13-83D5-46E5-87C5-8648BF4DA33C}" dt="2024-05-15T08:41:37.824" v="1426" actId="11529"/>
          <ac:cxnSpMkLst>
            <pc:docMk/>
            <pc:sldMk cId="2817716219" sldId="272"/>
            <ac:cxnSpMk id="50" creationId="{CF041A67-17A0-4729-A003-CC98954850AA}"/>
          </ac:cxnSpMkLst>
        </pc:cxnChg>
        <pc:cxnChg chg="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54" creationId="{5637CA87-0042-4886-8719-576B52858C11}"/>
          </ac:cxnSpMkLst>
        </pc:cxnChg>
        <pc:cxnChg chg="add del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58" creationId="{5E77DF20-F612-4BBC-BD1B-3A2233EC8B69}"/>
          </ac:cxnSpMkLst>
        </pc:cxnChg>
        <pc:cxnChg chg="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61" creationId="{208E3E03-D562-445C-9FBB-D7B7E5AFD2E4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62" creationId="{933526B5-35B8-4A50-9EEF-20AD75B1E9AF}"/>
          </ac:cxnSpMkLst>
        </pc:cxnChg>
        <pc:cxnChg chg="add mod">
          <ac:chgData name="" userId="f23f3ce18aa30384" providerId="LiveId" clId="{E3D72C13-83D5-46E5-87C5-8648BF4DA33C}" dt="2024-05-19T09:34:58.145" v="2614" actId="1076"/>
          <ac:cxnSpMkLst>
            <pc:docMk/>
            <pc:sldMk cId="2817716219" sldId="272"/>
            <ac:cxnSpMk id="63" creationId="{E1B1E83C-47D1-4269-B4C2-0B6E1262B078}"/>
          </ac:cxnSpMkLst>
        </pc:cxnChg>
      </pc:sldChg>
      <pc:sldChg chg="addSp delSp modSp modNotesTx">
        <pc:chgData name="" userId="f23f3ce18aa30384" providerId="LiveId" clId="{E3D72C13-83D5-46E5-87C5-8648BF4DA33C}" dt="2024-05-19T09:43:22.728" v="2707" actId="20577"/>
        <pc:sldMkLst>
          <pc:docMk/>
          <pc:sldMk cId="1761312151" sldId="275"/>
        </pc:sldMkLst>
        <pc:spChg chg="mod">
          <ac:chgData name="" userId="f23f3ce18aa30384" providerId="LiveId" clId="{E3D72C13-83D5-46E5-87C5-8648BF4DA33C}" dt="2024-05-15T06:54:52.492" v="762" actId="20577"/>
          <ac:spMkLst>
            <pc:docMk/>
            <pc:sldMk cId="1761312151" sldId="275"/>
            <ac:spMk id="2" creationId="{C792DAF6-35E0-448A-BEE9-BE35C8E5A80C}"/>
          </ac:spMkLst>
        </pc:spChg>
        <pc:graphicFrameChg chg="add modGraphic">
          <ac:chgData name="" userId="f23f3ce18aa30384" providerId="LiveId" clId="{E3D72C13-83D5-46E5-87C5-8648BF4DA33C}" dt="2024-05-13T08:49:02.825" v="57" actId="207"/>
          <ac:graphicFrameMkLst>
            <pc:docMk/>
            <pc:sldMk cId="1761312151" sldId="275"/>
            <ac:graphicFrameMk id="3" creationId="{0972CC04-A54C-450D-A5CC-B0B58102DF4C}"/>
          </ac:graphicFrameMkLst>
        </pc:graphicFrameChg>
        <pc:graphicFrameChg chg="del mod modGraphic">
          <ac:chgData name="" userId="f23f3ce18aa30384" providerId="LiveId" clId="{E3D72C13-83D5-46E5-87C5-8648BF4DA33C}" dt="2024-05-13T08:48:55.331" v="55" actId="478"/>
          <ac:graphicFrameMkLst>
            <pc:docMk/>
            <pc:sldMk cId="1761312151" sldId="275"/>
            <ac:graphicFrameMk id="4" creationId="{9A83FBB6-6533-5B95-C0FF-C8158984D43D}"/>
          </ac:graphicFrameMkLst>
        </pc:graphicFrameChg>
      </pc:sldChg>
      <pc:sldChg chg="addSp delSp modSp delAnim modAnim modNotesTx">
        <pc:chgData name="" userId="f23f3ce18aa30384" providerId="LiveId" clId="{E3D72C13-83D5-46E5-87C5-8648BF4DA33C}" dt="2024-05-15T08:51:17.936" v="1524" actId="6549"/>
        <pc:sldMkLst>
          <pc:docMk/>
          <pc:sldMk cId="2385027699" sldId="276"/>
        </pc:sldMkLst>
        <pc:spChg chg="add mod">
          <ac:chgData name="" userId="f23f3ce18aa30384" providerId="LiveId" clId="{E3D72C13-83D5-46E5-87C5-8648BF4DA33C}" dt="2024-05-13T08:58:57.143" v="200" actId="208"/>
          <ac:spMkLst>
            <pc:docMk/>
            <pc:sldMk cId="2385027699" sldId="276"/>
            <ac:spMk id="5" creationId="{4E5A2D84-ECFA-4A55-BA97-6739F036C142}"/>
          </ac:spMkLst>
        </pc:spChg>
        <pc:grpChg chg="del">
          <ac:chgData name="" userId="f23f3ce18aa30384" providerId="LiveId" clId="{E3D72C13-83D5-46E5-87C5-8648BF4DA33C}" dt="2024-05-12T13:54:39.674" v="7" actId="478"/>
          <ac:grpSpMkLst>
            <pc:docMk/>
            <pc:sldMk cId="2385027699" sldId="276"/>
            <ac:grpSpMk id="10" creationId="{D06D609E-9D49-4366-BC73-FB6870119804}"/>
          </ac:grpSpMkLst>
        </pc:grpChg>
        <pc:picChg chg="add mod">
          <ac:chgData name="" userId="f23f3ce18aa30384" providerId="LiveId" clId="{E3D72C13-83D5-46E5-87C5-8648BF4DA33C}" dt="2024-05-13T11:19:20.818" v="299" actId="1076"/>
          <ac:picMkLst>
            <pc:docMk/>
            <pc:sldMk cId="2385027699" sldId="276"/>
            <ac:picMk id="4" creationId="{0FF53081-B6C1-4A37-852F-606782DD9CCB}"/>
          </ac:picMkLst>
        </pc:picChg>
      </pc:sldChg>
      <pc:sldChg chg="addSp delSp modSp">
        <pc:chgData name="" userId="f23f3ce18aa30384" providerId="LiveId" clId="{E3D72C13-83D5-46E5-87C5-8648BF4DA33C}" dt="2024-05-12T13:49:15.368" v="6" actId="1076"/>
        <pc:sldMkLst>
          <pc:docMk/>
          <pc:sldMk cId="429191708" sldId="277"/>
        </pc:sldMkLst>
        <pc:spChg chg="del">
          <ac:chgData name="" userId="f23f3ce18aa30384" providerId="LiveId" clId="{E3D72C13-83D5-46E5-87C5-8648BF4DA33C}" dt="2024-05-12T13:48:57.838" v="1" actId="478"/>
          <ac:spMkLst>
            <pc:docMk/>
            <pc:sldMk cId="429191708" sldId="277"/>
            <ac:spMk id="9" creationId="{9413498D-DDF1-C607-B076-37ADA31F449B}"/>
          </ac:spMkLst>
        </pc:spChg>
        <pc:picChg chg="add mod">
          <ac:chgData name="" userId="f23f3ce18aa30384" providerId="LiveId" clId="{E3D72C13-83D5-46E5-87C5-8648BF4DA33C}" dt="2024-05-12T13:49:15.368" v="6" actId="1076"/>
          <ac:picMkLst>
            <pc:docMk/>
            <pc:sldMk cId="429191708" sldId="277"/>
            <ac:picMk id="3" creationId="{FFDE34B2-A28D-4BD0-A59E-B0198A896DD1}"/>
          </ac:picMkLst>
        </pc:picChg>
        <pc:picChg chg="del">
          <ac:chgData name="" userId="f23f3ce18aa30384" providerId="LiveId" clId="{E3D72C13-83D5-46E5-87C5-8648BF4DA33C}" dt="2024-05-12T13:48:56.931" v="0" actId="478"/>
          <ac:picMkLst>
            <pc:docMk/>
            <pc:sldMk cId="429191708" sldId="277"/>
            <ac:picMk id="8" creationId="{45A604A0-F454-6AB9-4C8F-07927BB09A25}"/>
          </ac:picMkLst>
        </pc:picChg>
      </pc:sldChg>
      <pc:sldChg chg="addSp delSp modSp">
        <pc:chgData name="" userId="f23f3ce18aa30384" providerId="LiveId" clId="{E3D72C13-83D5-46E5-87C5-8648BF4DA33C}" dt="2024-05-13T08:49:34.773" v="61" actId="207"/>
        <pc:sldMkLst>
          <pc:docMk/>
          <pc:sldMk cId="222145331" sldId="278"/>
        </pc:sldMkLst>
        <pc:spChg chg="mod">
          <ac:chgData name="" userId="f23f3ce18aa30384" providerId="LiveId" clId="{E3D72C13-83D5-46E5-87C5-8648BF4DA33C}" dt="2024-05-13T06:29:54.333" v="39" actId="313"/>
          <ac:spMkLst>
            <pc:docMk/>
            <pc:sldMk cId="222145331" sldId="278"/>
            <ac:spMk id="2" creationId="{C792DAF6-35E0-448A-BEE9-BE35C8E5A80C}"/>
          </ac:spMkLst>
        </pc:spChg>
        <pc:graphicFrameChg chg="del">
          <ac:chgData name="" userId="f23f3ce18aa30384" providerId="LiveId" clId="{E3D72C13-83D5-46E5-87C5-8648BF4DA33C}" dt="2024-05-13T08:49:25.814" v="58" actId="478"/>
          <ac:graphicFrameMkLst>
            <pc:docMk/>
            <pc:sldMk cId="222145331" sldId="278"/>
            <ac:graphicFrameMk id="3" creationId="{74026994-691E-662C-0E42-61A74B561752}"/>
          </ac:graphicFrameMkLst>
        </pc:graphicFrameChg>
        <pc:graphicFrameChg chg="add mod modGraphic">
          <ac:chgData name="" userId="f23f3ce18aa30384" providerId="LiveId" clId="{E3D72C13-83D5-46E5-87C5-8648BF4DA33C}" dt="2024-05-13T08:49:34.773" v="61" actId="207"/>
          <ac:graphicFrameMkLst>
            <pc:docMk/>
            <pc:sldMk cId="222145331" sldId="278"/>
            <ac:graphicFrameMk id="4" creationId="{870543D7-247F-432C-A980-5C0A02BDDDA7}"/>
          </ac:graphicFrameMkLst>
        </pc:graphicFrameChg>
      </pc:sldChg>
      <pc:sldChg chg="modSp modAnim">
        <pc:chgData name="" userId="f23f3ce18aa30384" providerId="LiveId" clId="{E3D72C13-83D5-46E5-87C5-8648BF4DA33C}" dt="2024-05-13T09:01:20.894" v="213"/>
        <pc:sldMkLst>
          <pc:docMk/>
          <pc:sldMk cId="4281815192" sldId="279"/>
        </pc:sldMkLst>
        <pc:spChg chg="mod">
          <ac:chgData name="" userId="f23f3ce18aa30384" providerId="LiveId" clId="{E3D72C13-83D5-46E5-87C5-8648BF4DA33C}" dt="2024-05-13T09:01:20.894" v="213"/>
          <ac:spMkLst>
            <pc:docMk/>
            <pc:sldMk cId="4281815192" sldId="279"/>
            <ac:spMk id="3" creationId="{359ED8E3-2C8A-4F75-A5DE-58E748FD1B72}"/>
          </ac:spMkLst>
        </pc:spChg>
      </pc:sldChg>
      <pc:sldChg chg="addSp modSp modAnim modNotesTx">
        <pc:chgData name="" userId="f23f3ce18aa30384" providerId="LiveId" clId="{E3D72C13-83D5-46E5-87C5-8648BF4DA33C}" dt="2024-05-20T08:46:24.298" v="3272" actId="20577"/>
        <pc:sldMkLst>
          <pc:docMk/>
          <pc:sldMk cId="3132051446" sldId="280"/>
        </pc:sldMkLst>
        <pc:spChg chg="mod">
          <ac:chgData name="" userId="f23f3ce18aa30384" providerId="LiveId" clId="{E3D72C13-83D5-46E5-87C5-8648BF4DA33C}" dt="2024-05-18T10:30:01.848" v="2483" actId="108"/>
          <ac:spMkLst>
            <pc:docMk/>
            <pc:sldMk cId="3132051446" sldId="280"/>
            <ac:spMk id="3" creationId="{5395288B-500A-46B0-BA49-3A73A8F5306C}"/>
          </ac:spMkLst>
        </pc:spChg>
        <pc:spChg chg="mod">
          <ac:chgData name="" userId="f23f3ce18aa30384" providerId="LiveId" clId="{E3D72C13-83D5-46E5-87C5-8648BF4DA33C}" dt="2024-05-15T09:19:30.289" v="1937" actId="1076"/>
          <ac:spMkLst>
            <pc:docMk/>
            <pc:sldMk cId="3132051446" sldId="280"/>
            <ac:spMk id="8" creationId="{A62B92AD-7ECE-8A76-68EF-A6E7EF634F82}"/>
          </ac:spMkLst>
        </pc:spChg>
        <pc:picChg chg="mod">
          <ac:chgData name="" userId="f23f3ce18aa30384" providerId="LiveId" clId="{E3D72C13-83D5-46E5-87C5-8648BF4DA33C}" dt="2024-05-15T09:20:16.305" v="1942" actId="1076"/>
          <ac:picMkLst>
            <pc:docMk/>
            <pc:sldMk cId="3132051446" sldId="280"/>
            <ac:picMk id="6" creationId="{D9EA8395-A01F-0BD8-8FB6-7B16E446A4DA}"/>
          </ac:picMkLst>
        </pc:picChg>
        <pc:picChg chg="add mod modCrop">
          <ac:chgData name="" userId="f23f3ce18aa30384" providerId="LiveId" clId="{E3D72C13-83D5-46E5-87C5-8648BF4DA33C}" dt="2024-05-15T09:19:07.890" v="1931" actId="732"/>
          <ac:picMkLst>
            <pc:docMk/>
            <pc:sldMk cId="3132051446" sldId="280"/>
            <ac:picMk id="9" creationId="{9C8FB9E2-1BEA-49DB-BAAF-572607E1C5C3}"/>
          </ac:picMkLst>
        </pc:picChg>
      </pc:sldChg>
      <pc:sldChg chg="addSp delSp modSp">
        <pc:chgData name="" userId="f23f3ce18aa30384" providerId="LiveId" clId="{E3D72C13-83D5-46E5-87C5-8648BF4DA33C}" dt="2024-05-20T08:52:32.696" v="3296" actId="478"/>
        <pc:sldMkLst>
          <pc:docMk/>
          <pc:sldMk cId="3519131666" sldId="282"/>
        </pc:sldMkLst>
        <pc:spChg chg="del">
          <ac:chgData name="" userId="f23f3ce18aa30384" providerId="LiveId" clId="{E3D72C13-83D5-46E5-87C5-8648BF4DA33C}" dt="2024-05-19T12:34:15.244" v="3070" actId="478"/>
          <ac:spMkLst>
            <pc:docMk/>
            <pc:sldMk cId="3519131666" sldId="282"/>
            <ac:spMk id="2" creationId="{2398855A-6867-4467-A3B4-6FB39ACAE4A7}"/>
          </ac:spMkLst>
        </pc:spChg>
        <pc:spChg chg="add del">
          <ac:chgData name="" userId="f23f3ce18aa30384" providerId="LiveId" clId="{E3D72C13-83D5-46E5-87C5-8648BF4DA33C}" dt="2024-05-19T12:38:20.705" v="3157" actId="478"/>
          <ac:spMkLst>
            <pc:docMk/>
            <pc:sldMk cId="3519131666" sldId="282"/>
            <ac:spMk id="4" creationId="{A97D9C45-A4D3-4062-9CB0-F87151A64316}"/>
          </ac:spMkLst>
        </pc:spChg>
        <pc:spChg chg="add del mod ord">
          <ac:chgData name="" userId="f23f3ce18aa30384" providerId="LiveId" clId="{E3D72C13-83D5-46E5-87C5-8648BF4DA33C}" dt="2024-05-19T12:34:18.578" v="3072" actId="478"/>
          <ac:spMkLst>
            <pc:docMk/>
            <pc:sldMk cId="3519131666" sldId="282"/>
            <ac:spMk id="5" creationId="{0B5A6398-1A95-4548-98E4-5B3BE72FA562}"/>
          </ac:spMkLst>
        </pc:spChg>
        <pc:spChg chg="add del mod">
          <ac:chgData name="" userId="f23f3ce18aa30384" providerId="LiveId" clId="{E3D72C13-83D5-46E5-87C5-8648BF4DA33C}" dt="2024-05-19T12:34:16.808" v="3071" actId="478"/>
          <ac:spMkLst>
            <pc:docMk/>
            <pc:sldMk cId="3519131666" sldId="282"/>
            <ac:spMk id="8" creationId="{C09F6C07-F021-4B7C-A875-65A2447ECDCC}"/>
          </ac:spMkLst>
        </pc:spChg>
        <pc:spChg chg="add mod ord">
          <ac:chgData name="" userId="f23f3ce18aa30384" providerId="LiveId" clId="{E3D72C13-83D5-46E5-87C5-8648BF4DA33C}" dt="2024-05-19T12:39:09.663" v="3165" actId="1076"/>
          <ac:spMkLst>
            <pc:docMk/>
            <pc:sldMk cId="3519131666" sldId="282"/>
            <ac:spMk id="9" creationId="{0F24DA7C-AA6E-4FE7-8565-D7A26FF48CAA}"/>
          </ac:spMkLst>
        </pc:spChg>
        <pc:graphicFrameChg chg="mod modGraphic">
          <ac:chgData name="" userId="f23f3ce18aa30384" providerId="LiveId" clId="{E3D72C13-83D5-46E5-87C5-8648BF4DA33C}" dt="2024-05-19T12:39:09.663" v="3165" actId="1076"/>
          <ac:graphicFrameMkLst>
            <pc:docMk/>
            <pc:sldMk cId="3519131666" sldId="282"/>
            <ac:graphicFrameMk id="3" creationId="{06E4237A-A2E9-D3B5-1142-E5FE8ECE03A2}"/>
          </ac:graphicFrameMkLst>
        </pc:graphicFrameChg>
        <pc:picChg chg="add del mod">
          <ac:chgData name="" userId="f23f3ce18aa30384" providerId="LiveId" clId="{E3D72C13-83D5-46E5-87C5-8648BF4DA33C}" dt="2024-05-20T08:52:32.696" v="3296" actId="478"/>
          <ac:picMkLst>
            <pc:docMk/>
            <pc:sldMk cId="3519131666" sldId="282"/>
            <ac:picMk id="2" creationId="{B74E0B0F-14A2-4D74-B624-2BA2C1DAAD9B}"/>
          </ac:picMkLst>
        </pc:picChg>
        <pc:picChg chg="del">
          <ac:chgData name="" userId="f23f3ce18aa30384" providerId="LiveId" clId="{E3D72C13-83D5-46E5-87C5-8648BF4DA33C}" dt="2024-05-19T12:34:02.298" v="3068" actId="478"/>
          <ac:picMkLst>
            <pc:docMk/>
            <pc:sldMk cId="3519131666" sldId="282"/>
            <ac:picMk id="6" creationId="{896F7225-E74B-4129-A33F-3FA97997B5DB}"/>
          </ac:picMkLst>
        </pc:picChg>
        <pc:picChg chg="mod">
          <ac:chgData name="" userId="f23f3ce18aa30384" providerId="LiveId" clId="{E3D72C13-83D5-46E5-87C5-8648BF4DA33C}" dt="2024-05-19T12:39:09.663" v="3165" actId="1076"/>
          <ac:picMkLst>
            <pc:docMk/>
            <pc:sldMk cId="3519131666" sldId="282"/>
            <ac:picMk id="10242" creationId="{FA01F0BF-7789-4838-8DAE-C448D07A5A11}"/>
          </ac:picMkLst>
        </pc:picChg>
      </pc:sldChg>
      <pc:sldChg chg="modSp modAnim modNotesTx">
        <pc:chgData name="" userId="f23f3ce18aa30384" providerId="LiveId" clId="{E3D72C13-83D5-46E5-87C5-8648BF4DA33C}" dt="2024-05-20T09:55:47.555" v="3351"/>
        <pc:sldMkLst>
          <pc:docMk/>
          <pc:sldMk cId="2442002028" sldId="283"/>
        </pc:sldMkLst>
        <pc:spChg chg="mod">
          <ac:chgData name="" userId="f23f3ce18aa30384" providerId="LiveId" clId="{E3D72C13-83D5-46E5-87C5-8648BF4DA33C}" dt="2024-05-20T08:53:44.731" v="3297" actId="1076"/>
          <ac:spMkLst>
            <pc:docMk/>
            <pc:sldMk cId="2442002028" sldId="283"/>
            <ac:spMk id="2" creationId="{43DE4CF5-D835-45D8-92F3-A166A0A642A5}"/>
          </ac:spMkLst>
        </pc:spChg>
        <pc:spChg chg="mod">
          <ac:chgData name="" userId="f23f3ce18aa30384" providerId="LiveId" clId="{E3D72C13-83D5-46E5-87C5-8648BF4DA33C}" dt="2024-05-20T08:54:52.348" v="3345" actId="27636"/>
          <ac:spMkLst>
            <pc:docMk/>
            <pc:sldMk cId="2442002028" sldId="283"/>
            <ac:spMk id="3" creationId="{29461BBD-0661-49DF-959F-7ED59D403C3B}"/>
          </ac:spMkLst>
        </pc:spChg>
      </pc:sldChg>
      <pc:sldChg chg="addSp delSp modSp">
        <pc:chgData name="" userId="f23f3ce18aa30384" providerId="LiveId" clId="{E3D72C13-83D5-46E5-87C5-8648BF4DA33C}" dt="2024-05-18T10:58:22.199" v="2573" actId="1076"/>
        <pc:sldMkLst>
          <pc:docMk/>
          <pc:sldMk cId="1782140219" sldId="284"/>
        </pc:sldMkLst>
        <pc:spChg chg="mod">
          <ac:chgData name="" userId="f23f3ce18aa30384" providerId="LiveId" clId="{E3D72C13-83D5-46E5-87C5-8648BF4DA33C}" dt="2024-05-17T13:12:38.425" v="2236" actId="14100"/>
          <ac:spMkLst>
            <pc:docMk/>
            <pc:sldMk cId="1782140219" sldId="284"/>
            <ac:spMk id="2" creationId="{B6BC5B7E-9D36-43DC-8162-1F53FB27B929}"/>
          </ac:spMkLst>
        </pc:spChg>
        <pc:spChg chg="del">
          <ac:chgData name="" userId="f23f3ce18aa30384" providerId="LiveId" clId="{E3D72C13-83D5-46E5-87C5-8648BF4DA33C}" dt="2024-05-18T10:57:50.072" v="2566" actId="478"/>
          <ac:spMkLst>
            <pc:docMk/>
            <pc:sldMk cId="1782140219" sldId="284"/>
            <ac:spMk id="3" creationId="{C398525B-E580-4C45-AE16-418DBE869C0C}"/>
          </ac:spMkLst>
        </pc:spChg>
        <pc:picChg chg="add del mod">
          <ac:chgData name="" userId="f23f3ce18aa30384" providerId="LiveId" clId="{E3D72C13-83D5-46E5-87C5-8648BF4DA33C}" dt="2024-05-18T10:57:54.925" v="2569" actId="478"/>
          <ac:picMkLst>
            <pc:docMk/>
            <pc:sldMk cId="1782140219" sldId="284"/>
            <ac:picMk id="4" creationId="{F27C1C3A-4B9D-4DEE-8AEF-010881873C50}"/>
          </ac:picMkLst>
        </pc:picChg>
        <pc:picChg chg="add mod">
          <ac:chgData name="" userId="f23f3ce18aa30384" providerId="LiveId" clId="{E3D72C13-83D5-46E5-87C5-8648BF4DA33C}" dt="2024-05-18T10:58:22.199" v="2573" actId="1076"/>
          <ac:picMkLst>
            <pc:docMk/>
            <pc:sldMk cId="1782140219" sldId="284"/>
            <ac:picMk id="5" creationId="{3583B481-6022-4C86-AEBC-81F4FDF1DE03}"/>
          </ac:picMkLst>
        </pc:picChg>
      </pc:sldChg>
      <pc:sldChg chg="modSp modAnim">
        <pc:chgData name="" userId="f23f3ce18aa30384" providerId="LiveId" clId="{E3D72C13-83D5-46E5-87C5-8648BF4DA33C}" dt="2024-05-19T11:44:40.223" v="2996" actId="20577"/>
        <pc:sldMkLst>
          <pc:docMk/>
          <pc:sldMk cId="1540081260" sldId="287"/>
        </pc:sldMkLst>
        <pc:spChg chg="mod">
          <ac:chgData name="" userId="f23f3ce18aa30384" providerId="LiveId" clId="{E3D72C13-83D5-46E5-87C5-8648BF4DA33C}" dt="2024-05-19T11:44:40.223" v="2996" actId="20577"/>
          <ac:spMkLst>
            <pc:docMk/>
            <pc:sldMk cId="1540081260" sldId="287"/>
            <ac:spMk id="3" creationId="{80B7515C-1ECC-4B77-A549-5EACA9A124C9}"/>
          </ac:spMkLst>
        </pc:spChg>
      </pc:sldChg>
      <pc:sldChg chg="addSp delSp modSp">
        <pc:chgData name="" userId="f23f3ce18aa30384" providerId="LiveId" clId="{E3D72C13-83D5-46E5-87C5-8648BF4DA33C}" dt="2024-05-13T08:50:28.589" v="71" actId="207"/>
        <pc:sldMkLst>
          <pc:docMk/>
          <pc:sldMk cId="884012301" sldId="292"/>
        </pc:sldMkLst>
        <pc:spChg chg="mod">
          <ac:chgData name="" userId="f23f3ce18aa30384" providerId="LiveId" clId="{E3D72C13-83D5-46E5-87C5-8648BF4DA33C}" dt="2024-05-13T08:50:06.820" v="68" actId="20577"/>
          <ac:spMkLst>
            <pc:docMk/>
            <pc:sldMk cId="884012301" sldId="292"/>
            <ac:spMk id="2" creationId="{C792DAF6-35E0-448A-BEE9-BE35C8E5A80C}"/>
          </ac:spMkLst>
        </pc:spChg>
        <pc:graphicFrameChg chg="add mod modGraphic">
          <ac:chgData name="" userId="f23f3ce18aa30384" providerId="LiveId" clId="{E3D72C13-83D5-46E5-87C5-8648BF4DA33C}" dt="2024-05-13T08:50:28.589" v="71" actId="207"/>
          <ac:graphicFrameMkLst>
            <pc:docMk/>
            <pc:sldMk cId="884012301" sldId="292"/>
            <ac:graphicFrameMk id="3" creationId="{42E65DD2-DB8E-44D7-8F78-E8B98E51F4AA}"/>
          </ac:graphicFrameMkLst>
        </pc:graphicFrameChg>
        <pc:graphicFrameChg chg="del">
          <ac:chgData name="" userId="f23f3ce18aa30384" providerId="LiveId" clId="{E3D72C13-83D5-46E5-87C5-8648BF4DA33C}" dt="2024-05-13T08:49:48.834" v="62" actId="478"/>
          <ac:graphicFrameMkLst>
            <pc:docMk/>
            <pc:sldMk cId="884012301" sldId="292"/>
            <ac:graphicFrameMk id="4" creationId="{974F8E5F-BE0C-01E2-AF42-5C3CD44ADEC0}"/>
          </ac:graphicFrameMkLst>
        </pc:graphicFrameChg>
      </pc:sldChg>
      <pc:sldChg chg="addSp delSp modSp delAnim modAnim modNotesTx">
        <pc:chgData name="" userId="f23f3ce18aa30384" providerId="LiveId" clId="{E3D72C13-83D5-46E5-87C5-8648BF4DA33C}" dt="2024-05-19T12:27:38.682" v="3058" actId="20577"/>
        <pc:sldMkLst>
          <pc:docMk/>
          <pc:sldMk cId="548685327" sldId="293"/>
        </pc:sldMkLst>
        <pc:spChg chg="mod">
          <ac:chgData name="" userId="f23f3ce18aa30384" providerId="LiveId" clId="{E3D72C13-83D5-46E5-87C5-8648BF4DA33C}" dt="2024-05-13T09:45:43.531" v="255" actId="14100"/>
          <ac:spMkLst>
            <pc:docMk/>
            <pc:sldMk cId="548685327" sldId="293"/>
            <ac:spMk id="2" creationId="{C792DAF6-35E0-448A-BEE9-BE35C8E5A80C}"/>
          </ac:spMkLst>
        </pc:spChg>
        <pc:spChg chg="del mod">
          <ac:chgData name="" userId="f23f3ce18aa30384" providerId="LiveId" clId="{E3D72C13-83D5-46E5-87C5-8648BF4DA33C}" dt="2024-05-18T09:38:13.967" v="2363" actId="478"/>
          <ac:spMkLst>
            <pc:docMk/>
            <pc:sldMk cId="548685327" sldId="293"/>
            <ac:spMk id="5" creationId="{BCA1D52B-A7C8-7D44-2BE4-33C65A0C20C0}"/>
          </ac:spMkLst>
        </pc:spChg>
        <pc:spChg chg="del mod">
          <ac:chgData name="" userId="f23f3ce18aa30384" providerId="LiveId" clId="{E3D72C13-83D5-46E5-87C5-8648BF4DA33C}" dt="2024-05-13T08:32:51.465" v="42" actId="478"/>
          <ac:spMkLst>
            <pc:docMk/>
            <pc:sldMk cId="548685327" sldId="293"/>
            <ac:spMk id="8" creationId="{5E156E12-4BCF-CA8E-8368-E6921B78A41B}"/>
          </ac:spMkLst>
        </pc:spChg>
        <pc:spChg chg="add mod">
          <ac:chgData name="" userId="f23f3ce18aa30384" providerId="LiveId" clId="{E3D72C13-83D5-46E5-87C5-8648BF4DA33C}" dt="2024-05-18T09:53:33.563" v="2438" actId="208"/>
          <ac:spMkLst>
            <pc:docMk/>
            <pc:sldMk cId="548685327" sldId="293"/>
            <ac:spMk id="13" creationId="{1741DCCE-225E-4AB2-809E-0098822ADB88}"/>
          </ac:spMkLst>
        </pc:spChg>
        <pc:picChg chg="add del mod">
          <ac:chgData name="" userId="f23f3ce18aa30384" providerId="LiveId" clId="{E3D72C13-83D5-46E5-87C5-8648BF4DA33C}" dt="2024-05-13T09:40:45.814" v="232" actId="478"/>
          <ac:picMkLst>
            <pc:docMk/>
            <pc:sldMk cId="548685327" sldId="293"/>
            <ac:picMk id="3" creationId="{69BB6E13-F7CD-4943-9E2E-98148167D772}"/>
          </ac:picMkLst>
        </pc:picChg>
        <pc:picChg chg="add mod">
          <ac:chgData name="" userId="f23f3ce18aa30384" providerId="LiveId" clId="{E3D72C13-83D5-46E5-87C5-8648BF4DA33C}" dt="2024-05-18T09:38:34.357" v="2371" actId="14100"/>
          <ac:picMkLst>
            <pc:docMk/>
            <pc:sldMk cId="548685327" sldId="293"/>
            <ac:picMk id="3" creationId="{BDA63F70-EE26-455A-A162-F2DC2701F71D}"/>
          </ac:picMkLst>
        </pc:picChg>
        <pc:picChg chg="add del mod">
          <ac:chgData name="" userId="f23f3ce18aa30384" providerId="LiveId" clId="{E3D72C13-83D5-46E5-87C5-8648BF4DA33C}" dt="2024-05-13T09:45:09.806" v="239" actId="478"/>
          <ac:picMkLst>
            <pc:docMk/>
            <pc:sldMk cId="548685327" sldId="293"/>
            <ac:picMk id="4" creationId="{3D84DD0C-90C6-4BFD-AB6A-1413D339E3EB}"/>
          </ac:picMkLst>
        </pc:picChg>
        <pc:picChg chg="add mod">
          <ac:chgData name="" userId="f23f3ce18aa30384" providerId="LiveId" clId="{E3D72C13-83D5-46E5-87C5-8648BF4DA33C}" dt="2024-05-18T09:38:25.840" v="2368" actId="1076"/>
          <ac:picMkLst>
            <pc:docMk/>
            <pc:sldMk cId="548685327" sldId="293"/>
            <ac:picMk id="4" creationId="{4FBDD3ED-964A-4CCC-8379-EFB7FC27BF0D}"/>
          </ac:picMkLst>
        </pc:picChg>
        <pc:picChg chg="add del mod">
          <ac:chgData name="" userId="f23f3ce18aa30384" providerId="LiveId" clId="{E3D72C13-83D5-46E5-87C5-8648BF4DA33C}" dt="2024-05-18T09:26:47.770" v="2347" actId="478"/>
          <ac:picMkLst>
            <pc:docMk/>
            <pc:sldMk cId="548685327" sldId="293"/>
            <ac:picMk id="6" creationId="{EE9BF0B6-15FA-468D-9540-61EEC4D3EC82}"/>
          </ac:picMkLst>
        </pc:picChg>
        <pc:picChg chg="del mod">
          <ac:chgData name="" userId="f23f3ce18aa30384" providerId="LiveId" clId="{E3D72C13-83D5-46E5-87C5-8648BF4DA33C}" dt="2024-05-18T09:37:51.886" v="2353" actId="478"/>
          <ac:picMkLst>
            <pc:docMk/>
            <pc:sldMk cId="548685327" sldId="293"/>
            <ac:picMk id="7" creationId="{28F56959-13D2-399C-E13F-62A8BAF13166}"/>
          </ac:picMkLst>
        </pc:picChg>
        <pc:picChg chg="add mod">
          <ac:chgData name="" userId="f23f3ce18aa30384" providerId="LiveId" clId="{E3D72C13-83D5-46E5-87C5-8648BF4DA33C}" dt="2024-05-18T09:52:53.710" v="2433" actId="1076"/>
          <ac:picMkLst>
            <pc:docMk/>
            <pc:sldMk cId="548685327" sldId="293"/>
            <ac:picMk id="8" creationId="{D5EE9E21-EC64-47EC-A482-6136F9F894E3}"/>
          </ac:picMkLst>
        </pc:picChg>
        <pc:picChg chg="add del mod modCrop">
          <ac:chgData name="" userId="f23f3ce18aa30384" providerId="LiveId" clId="{E3D72C13-83D5-46E5-87C5-8648BF4DA33C}" dt="2024-05-18T09:37:53.376" v="2355" actId="478"/>
          <ac:picMkLst>
            <pc:docMk/>
            <pc:sldMk cId="548685327" sldId="293"/>
            <ac:picMk id="9" creationId="{E6A3EF8D-CDC3-4949-9B39-6674E1A979A6}"/>
          </ac:picMkLst>
        </pc:picChg>
        <pc:picChg chg="add del mod modCrop">
          <ac:chgData name="" userId="f23f3ce18aa30384" providerId="LiveId" clId="{E3D72C13-83D5-46E5-87C5-8648BF4DA33C}" dt="2024-05-18T09:37:52.745" v="2354" actId="478"/>
          <ac:picMkLst>
            <pc:docMk/>
            <pc:sldMk cId="548685327" sldId="293"/>
            <ac:picMk id="10" creationId="{12F7C246-A109-4967-B2B7-26EE65C08BC8}"/>
          </ac:picMkLst>
        </pc:picChg>
        <pc:picChg chg="add mod">
          <ac:chgData name="" userId="f23f3ce18aa30384" providerId="LiveId" clId="{E3D72C13-83D5-46E5-87C5-8648BF4DA33C}" dt="2024-05-18T09:53:01.093" v="2434" actId="1076"/>
          <ac:picMkLst>
            <pc:docMk/>
            <pc:sldMk cId="548685327" sldId="293"/>
            <ac:picMk id="11" creationId="{926CC35B-DBF2-4901-B60B-7F6723AAB92D}"/>
          </ac:picMkLst>
        </pc:picChg>
        <pc:picChg chg="add mod">
          <ac:chgData name="" userId="f23f3ce18aa30384" providerId="LiveId" clId="{E3D72C13-83D5-46E5-87C5-8648BF4DA33C}" dt="2024-05-18T09:53:06.564" v="2435" actId="1076"/>
          <ac:picMkLst>
            <pc:docMk/>
            <pc:sldMk cId="548685327" sldId="293"/>
            <ac:picMk id="12" creationId="{BBC008D2-0EC7-4DE0-A152-177308D8738D}"/>
          </ac:picMkLst>
        </pc:picChg>
      </pc:sldChg>
      <pc:sldChg chg="addSp delSp modSp add">
        <pc:chgData name="" userId="f23f3ce18aa30384" providerId="LiveId" clId="{E3D72C13-83D5-46E5-87C5-8648BF4DA33C}" dt="2024-05-19T12:45:20.997" v="3185" actId="14734"/>
        <pc:sldMkLst>
          <pc:docMk/>
          <pc:sldMk cId="3507338961" sldId="294"/>
        </pc:sldMkLst>
        <pc:spChg chg="mod">
          <ac:chgData name="" userId="f23f3ce18aa30384" providerId="LiveId" clId="{E3D72C13-83D5-46E5-87C5-8648BF4DA33C}" dt="2024-05-13T08:55:04.080" v="155" actId="20577"/>
          <ac:spMkLst>
            <pc:docMk/>
            <pc:sldMk cId="3507338961" sldId="294"/>
            <ac:spMk id="2" creationId="{9CF94F41-E235-4699-AE8F-F5C576AD68FA}"/>
          </ac:spMkLst>
        </pc:spChg>
        <pc:spChg chg="del">
          <ac:chgData name="" userId="f23f3ce18aa30384" providerId="LiveId" clId="{E3D72C13-83D5-46E5-87C5-8648BF4DA33C}" dt="2024-05-13T08:54:24.252" v="150" actId="478"/>
          <ac:spMkLst>
            <pc:docMk/>
            <pc:sldMk cId="3507338961" sldId="294"/>
            <ac:spMk id="3" creationId="{A2A73C8F-AC01-4AC8-A395-DAB99D06B31E}"/>
          </ac:spMkLst>
        </pc:spChg>
        <pc:graphicFrameChg chg="add mod modGraphic">
          <ac:chgData name="" userId="f23f3ce18aa30384" providerId="LiveId" clId="{E3D72C13-83D5-46E5-87C5-8648BF4DA33C}" dt="2024-05-19T12:45:20.997" v="3185" actId="14734"/>
          <ac:graphicFrameMkLst>
            <pc:docMk/>
            <pc:sldMk cId="3507338961" sldId="294"/>
            <ac:graphicFrameMk id="4" creationId="{A52CC3F6-B707-46FD-A0D8-7AF52366244C}"/>
          </ac:graphicFrameMkLst>
        </pc:graphicFrameChg>
        <pc:graphicFrameChg chg="add del">
          <ac:chgData name="" userId="f23f3ce18aa30384" providerId="LiveId" clId="{E3D72C13-83D5-46E5-87C5-8648BF4DA33C}" dt="2024-05-13T08:54:27.277" v="153"/>
          <ac:graphicFrameMkLst>
            <pc:docMk/>
            <pc:sldMk cId="3507338961" sldId="294"/>
            <ac:graphicFrameMk id="5" creationId="{4053D5CF-4BDB-4431-8182-9A9011755CEC}"/>
          </ac:graphicFrameMkLst>
        </pc:graphicFrameChg>
      </pc:sldChg>
      <pc:sldChg chg="addSp delSp modSp add modNotesTx">
        <pc:chgData name="" userId="f23f3ce18aa30384" providerId="LiveId" clId="{E3D72C13-83D5-46E5-87C5-8648BF4DA33C}" dt="2024-05-19T12:26:40.467" v="2998" actId="14100"/>
        <pc:sldMkLst>
          <pc:docMk/>
          <pc:sldMk cId="3061489701" sldId="295"/>
        </pc:sldMkLst>
        <pc:spChg chg="add mod">
          <ac:chgData name="" userId="f23f3ce18aa30384" providerId="LiveId" clId="{E3D72C13-83D5-46E5-87C5-8648BF4DA33C}" dt="2024-05-19T12:26:40.467" v="2998" actId="14100"/>
          <ac:spMkLst>
            <pc:docMk/>
            <pc:sldMk cId="3061489701" sldId="295"/>
            <ac:spMk id="3" creationId="{C731E4CA-1AC3-458D-9BA9-B963CD4EE78F}"/>
          </ac:spMkLst>
        </pc:spChg>
        <pc:spChg chg="add mod">
          <ac:chgData name="" userId="f23f3ce18aa30384" providerId="LiveId" clId="{E3D72C13-83D5-46E5-87C5-8648BF4DA33C}" dt="2024-05-15T06:10:41.177" v="318" actId="1076"/>
          <ac:spMkLst>
            <pc:docMk/>
            <pc:sldMk cId="3061489701" sldId="295"/>
            <ac:spMk id="5" creationId="{D9422F7D-97A4-4563-8A3B-9E8E9228DAE9}"/>
          </ac:spMkLst>
        </pc:spChg>
        <pc:spChg chg="add del">
          <ac:chgData name="" userId="f23f3ce18aa30384" providerId="LiveId" clId="{E3D72C13-83D5-46E5-87C5-8648BF4DA33C}" dt="2024-05-19T09:44:05.533" v="2712" actId="478"/>
          <ac:spMkLst>
            <pc:docMk/>
            <pc:sldMk cId="3061489701" sldId="295"/>
            <ac:spMk id="10" creationId="{D8948C30-1A82-4EB7-8476-38229FC312EF}"/>
          </ac:spMkLst>
        </pc:spChg>
        <pc:spChg chg="add mod">
          <ac:chgData name="" userId="f23f3ce18aa30384" providerId="LiveId" clId="{E3D72C13-83D5-46E5-87C5-8648BF4DA33C}" dt="2024-05-19T09:44:02.319" v="2711" actId="1076"/>
          <ac:spMkLst>
            <pc:docMk/>
            <pc:sldMk cId="3061489701" sldId="295"/>
            <ac:spMk id="11" creationId="{B14D270C-A3DF-474D-923C-476A08A1EF2F}"/>
          </ac:spMkLst>
        </pc:spChg>
      </pc:sldChg>
      <pc:sldChg chg="addSp delSp modSp add">
        <pc:chgData name="" userId="f23f3ce18aa30384" providerId="LiveId" clId="{E3D72C13-83D5-46E5-87C5-8648BF4DA33C}" dt="2024-05-20T11:09:25.600" v="3524" actId="478"/>
        <pc:sldMkLst>
          <pc:docMk/>
          <pc:sldMk cId="3960010151" sldId="296"/>
        </pc:sldMkLst>
        <pc:picChg chg="add del mod">
          <ac:chgData name="" userId="f23f3ce18aa30384" providerId="LiveId" clId="{E3D72C13-83D5-46E5-87C5-8648BF4DA33C}" dt="2024-05-20T11:09:25.600" v="3524" actId="478"/>
          <ac:picMkLst>
            <pc:docMk/>
            <pc:sldMk cId="3960010151" sldId="296"/>
            <ac:picMk id="4" creationId="{6024DAE7-7103-4AB7-A5BC-EC35E1996258}"/>
          </ac:picMkLst>
        </pc:picChg>
      </pc:sldChg>
      <pc:sldChg chg="addSp delSp modSp add addAnim delAnim modAnim modNotesTx">
        <pc:chgData name="" userId="f23f3ce18aa30384" providerId="LiveId" clId="{E3D72C13-83D5-46E5-87C5-8648BF4DA33C}" dt="2024-05-19T11:27:30.354" v="2901" actId="6549"/>
        <pc:sldMkLst>
          <pc:docMk/>
          <pc:sldMk cId="430267066" sldId="297"/>
        </pc:sldMkLst>
        <pc:spChg chg="mod">
          <ac:chgData name="" userId="f23f3ce18aa30384" providerId="LiveId" clId="{E3D72C13-83D5-46E5-87C5-8648BF4DA33C}" dt="2024-05-18T10:11:26.280" v="2456" actId="1076"/>
          <ac:spMkLst>
            <pc:docMk/>
            <pc:sldMk cId="430267066" sldId="297"/>
            <ac:spMk id="2" creationId="{186BB423-14C6-4FC8-AB4E-9A4EEE1FF502}"/>
          </ac:spMkLst>
        </pc:spChg>
        <pc:spChg chg="mod ord">
          <ac:chgData name="" userId="f23f3ce18aa30384" providerId="LiveId" clId="{E3D72C13-83D5-46E5-87C5-8648BF4DA33C}" dt="2024-05-18T10:12:03.417" v="2467" actId="14100"/>
          <ac:spMkLst>
            <pc:docMk/>
            <pc:sldMk cId="430267066" sldId="297"/>
            <ac:spMk id="3" creationId="{BAD90C1A-E427-0B6C-312F-157CD475DB23}"/>
          </ac:spMkLst>
        </pc:spChg>
        <pc:spChg chg="mod">
          <ac:chgData name="" userId="f23f3ce18aa30384" providerId="LiveId" clId="{E3D72C13-83D5-46E5-87C5-8648BF4DA33C}" dt="2024-05-18T10:11:32.303" v="2459" actId="1076"/>
          <ac:spMkLst>
            <pc:docMk/>
            <pc:sldMk cId="430267066" sldId="297"/>
            <ac:spMk id="10" creationId="{D0FC2156-7648-4465-A034-3F25DE9E2856}"/>
          </ac:spMkLst>
        </pc:spChg>
        <pc:spChg chg="mod">
          <ac:chgData name="" userId="f23f3ce18aa30384" providerId="LiveId" clId="{E3D72C13-83D5-46E5-87C5-8648BF4DA33C}" dt="2024-05-18T10:11:37.821" v="2461" actId="1076"/>
          <ac:spMkLst>
            <pc:docMk/>
            <pc:sldMk cId="430267066" sldId="297"/>
            <ac:spMk id="15" creationId="{0B720CF1-611B-4244-8715-04F7E850AE59}"/>
          </ac:spMkLst>
        </pc:spChg>
        <pc:picChg chg="add mod ord">
          <ac:chgData name="" userId="f23f3ce18aa30384" providerId="LiveId" clId="{E3D72C13-83D5-46E5-87C5-8648BF4DA33C}" dt="2024-05-18T10:11:46.999" v="2463" actId="167"/>
          <ac:picMkLst>
            <pc:docMk/>
            <pc:sldMk cId="430267066" sldId="297"/>
            <ac:picMk id="4" creationId="{B00024B5-37C6-4A58-B752-E20E8699F43A}"/>
          </ac:picMkLst>
        </pc:picChg>
        <pc:picChg chg="del mod">
          <ac:chgData name="" userId="f23f3ce18aa30384" providerId="LiveId" clId="{E3D72C13-83D5-46E5-87C5-8648BF4DA33C}" dt="2024-05-15T09:22:18.834" v="1954" actId="478"/>
          <ac:picMkLst>
            <pc:docMk/>
            <pc:sldMk cId="430267066" sldId="297"/>
            <ac:picMk id="5" creationId="{B241BCEF-7499-4E1E-A730-F78B64B25834}"/>
          </ac:picMkLst>
        </pc:picChg>
        <pc:picChg chg="add del mod modCrop">
          <ac:chgData name="" userId="f23f3ce18aa30384" providerId="LiveId" clId="{E3D72C13-83D5-46E5-87C5-8648BF4DA33C}" dt="2024-05-18T10:11:27.915" v="2457" actId="1076"/>
          <ac:picMkLst>
            <pc:docMk/>
            <pc:sldMk cId="430267066" sldId="297"/>
            <ac:picMk id="9" creationId="{E72D55DB-9A53-4D10-B14D-7A3E65F1C7CA}"/>
          </ac:picMkLst>
        </pc:picChg>
        <pc:picChg chg="add del mod modCrop">
          <ac:chgData name="" userId="f23f3ce18aa30384" providerId="LiveId" clId="{E3D72C13-83D5-46E5-87C5-8648BF4DA33C}" dt="2024-05-18T10:11:12.610" v="2450" actId="478"/>
          <ac:picMkLst>
            <pc:docMk/>
            <pc:sldMk cId="430267066" sldId="297"/>
            <ac:picMk id="11" creationId="{06473B9E-D3A3-49C3-86F3-A6AF568B77DE}"/>
          </ac:picMkLst>
        </pc:picChg>
        <pc:picChg chg="del mod">
          <ac:chgData name="" userId="f23f3ce18aa30384" providerId="LiveId" clId="{E3D72C13-83D5-46E5-87C5-8648BF4DA33C}" dt="2024-05-15T09:22:17.999" v="1953" actId="478"/>
          <ac:picMkLst>
            <pc:docMk/>
            <pc:sldMk cId="430267066" sldId="297"/>
            <ac:picMk id="11" creationId="{CBB8F837-3DD3-447A-9913-9C1F845D0D46}"/>
          </ac:picMkLst>
        </pc:picChg>
        <pc:picChg chg="add mod modCrop">
          <ac:chgData name="" userId="f23f3ce18aa30384" providerId="LiveId" clId="{E3D72C13-83D5-46E5-87C5-8648BF4DA33C}" dt="2024-05-18T10:11:29.059" v="2458" actId="1076"/>
          <ac:picMkLst>
            <pc:docMk/>
            <pc:sldMk cId="430267066" sldId="297"/>
            <ac:picMk id="12" creationId="{8EF41571-6FB8-4E6E-B191-9EF8C466DCD8}"/>
          </ac:picMkLst>
        </pc:picChg>
        <pc:picChg chg="del mod">
          <ac:chgData name="" userId="f23f3ce18aa30384" providerId="LiveId" clId="{E3D72C13-83D5-46E5-87C5-8648BF4DA33C}" dt="2024-05-18T10:11:10.572" v="2449" actId="478"/>
          <ac:picMkLst>
            <pc:docMk/>
            <pc:sldMk cId="430267066" sldId="297"/>
            <ac:picMk id="13" creationId="{4B3115BE-667F-4D87-B1C4-329D2B10DA76}"/>
          </ac:picMkLst>
        </pc:picChg>
      </pc:sldChg>
      <pc:sldChg chg="addSp delSp modSp add delAnim modAnim">
        <pc:chgData name="" userId="f23f3ce18aa30384" providerId="LiveId" clId="{E3D72C13-83D5-46E5-87C5-8648BF4DA33C}" dt="2024-05-19T11:44:15.603" v="2988" actId="1076"/>
        <pc:sldMkLst>
          <pc:docMk/>
          <pc:sldMk cId="1830407702" sldId="298"/>
        </pc:sldMkLst>
        <pc:spChg chg="add del">
          <ac:chgData name="" userId="f23f3ce18aa30384" providerId="LiveId" clId="{E3D72C13-83D5-46E5-87C5-8648BF4DA33C}" dt="2024-05-15T09:26:36.787" v="1994" actId="478"/>
          <ac:spMkLst>
            <pc:docMk/>
            <pc:sldMk cId="1830407702" sldId="298"/>
            <ac:spMk id="3" creationId="{066F50AA-4617-4410-9E11-C03AB084AA00}"/>
          </ac:spMkLst>
        </pc:spChg>
        <pc:spChg chg="mod">
          <ac:chgData name="" userId="f23f3ce18aa30384" providerId="LiveId" clId="{E3D72C13-83D5-46E5-87C5-8648BF4DA33C}" dt="2024-05-18T11:09:30.980" v="2612" actId="20577"/>
          <ac:spMkLst>
            <pc:docMk/>
            <pc:sldMk cId="1830407702" sldId="298"/>
            <ac:spMk id="10" creationId="{D0FC2156-7648-4465-A034-3F25DE9E2856}"/>
          </ac:spMkLst>
        </pc:spChg>
        <pc:picChg chg="add mod modCrop">
          <ac:chgData name="" userId="f23f3ce18aa30384" providerId="LiveId" clId="{E3D72C13-83D5-46E5-87C5-8648BF4DA33C}" dt="2024-05-19T11:44:15.603" v="2988" actId="1076"/>
          <ac:picMkLst>
            <pc:docMk/>
            <pc:sldMk cId="1830407702" sldId="298"/>
            <ac:picMk id="3" creationId="{7F5F025F-8705-4E78-AE30-9DCB06DBABE2}"/>
          </ac:picMkLst>
        </pc:picChg>
        <pc:picChg chg="add mod ord">
          <ac:chgData name="" userId="f23f3ce18aa30384" providerId="LiveId" clId="{E3D72C13-83D5-46E5-87C5-8648BF4DA33C}" dt="2024-05-15T09:37:12.183" v="2052" actId="167"/>
          <ac:picMkLst>
            <pc:docMk/>
            <pc:sldMk cId="1830407702" sldId="298"/>
            <ac:picMk id="4" creationId="{AEABCC99-2F1D-429A-8FC4-DEC5C1680D05}"/>
          </ac:picMkLst>
        </pc:picChg>
        <pc:picChg chg="del">
          <ac:chgData name="" userId="f23f3ce18aa30384" providerId="LiveId" clId="{E3D72C13-83D5-46E5-87C5-8648BF4DA33C}" dt="2024-05-15T09:26:29.567" v="1992" actId="478"/>
          <ac:picMkLst>
            <pc:docMk/>
            <pc:sldMk cId="1830407702" sldId="298"/>
            <ac:picMk id="5" creationId="{B241BCEF-7499-4E1E-A730-F78B64B25834}"/>
          </ac:picMkLst>
        </pc:picChg>
        <pc:picChg chg="add mod ord modCrop">
          <ac:chgData name="" userId="f23f3ce18aa30384" providerId="LiveId" clId="{E3D72C13-83D5-46E5-87C5-8648BF4DA33C}" dt="2024-05-15T09:37:09.541" v="2051" actId="167"/>
          <ac:picMkLst>
            <pc:docMk/>
            <pc:sldMk cId="1830407702" sldId="298"/>
            <ac:picMk id="6" creationId="{D32B1DEF-295C-46B6-8B2A-EA02CE612BA4}"/>
          </ac:picMkLst>
        </pc:picChg>
        <pc:picChg chg="del mod">
          <ac:chgData name="" userId="f23f3ce18aa30384" providerId="LiveId" clId="{E3D72C13-83D5-46E5-87C5-8648BF4DA33C}" dt="2024-05-15T09:26:28.868" v="1991" actId="478"/>
          <ac:picMkLst>
            <pc:docMk/>
            <pc:sldMk cId="1830407702" sldId="298"/>
            <ac:picMk id="11" creationId="{CBB8F837-3DD3-447A-9913-9C1F845D0D46}"/>
          </ac:picMkLst>
        </pc:picChg>
        <pc:picChg chg="mod ord">
          <ac:chgData name="" userId="f23f3ce18aa30384" providerId="LiveId" clId="{E3D72C13-83D5-46E5-87C5-8648BF4DA33C}" dt="2024-05-15T09:36:31.209" v="2047" actId="1076"/>
          <ac:picMkLst>
            <pc:docMk/>
            <pc:sldMk cId="1830407702" sldId="298"/>
            <ac:picMk id="12" creationId="{DBCDA463-C930-4FBE-8350-092618EFBD43}"/>
          </ac:picMkLst>
        </pc:picChg>
        <pc:picChg chg="del mod ord">
          <ac:chgData name="" userId="f23f3ce18aa30384" providerId="LiveId" clId="{E3D72C13-83D5-46E5-87C5-8648BF4DA33C}" dt="2024-05-19T11:43:21.972" v="2978" actId="478"/>
          <ac:picMkLst>
            <pc:docMk/>
            <pc:sldMk cId="1830407702" sldId="298"/>
            <ac:picMk id="16" creationId="{54A599D7-7330-4B0B-A271-7594F3AB95CD}"/>
          </ac:picMkLst>
        </pc:picChg>
      </pc:sldChg>
      <pc:sldChg chg="addSp delSp modSp add modAnim modNotesTx">
        <pc:chgData name="" userId="f23f3ce18aa30384" providerId="LiveId" clId="{E3D72C13-83D5-46E5-87C5-8648BF4DA33C}" dt="2024-05-20T08:48:21.234" v="3293" actId="1076"/>
        <pc:sldMkLst>
          <pc:docMk/>
          <pc:sldMk cId="707976704" sldId="300"/>
        </pc:sldMkLst>
        <pc:spChg chg="mod">
          <ac:chgData name="" userId="f23f3ce18aa30384" providerId="LiveId" clId="{E3D72C13-83D5-46E5-87C5-8648BF4DA33C}" dt="2024-05-19T11:26:03.605" v="2866" actId="14100"/>
          <ac:spMkLst>
            <pc:docMk/>
            <pc:sldMk cId="707976704" sldId="300"/>
            <ac:spMk id="2" creationId="{186BB423-14C6-4FC8-AB4E-9A4EEE1FF502}"/>
          </ac:spMkLst>
        </pc:spChg>
        <pc:spChg chg="mod">
          <ac:chgData name="" userId="f23f3ce18aa30384" providerId="LiveId" clId="{E3D72C13-83D5-46E5-87C5-8648BF4DA33C}" dt="2024-05-19T11:26:18.427" v="2897" actId="1076"/>
          <ac:spMkLst>
            <pc:docMk/>
            <pc:sldMk cId="707976704" sldId="300"/>
            <ac:spMk id="3" creationId="{80B7515C-1ECC-4B77-A549-5EACA9A124C9}"/>
          </ac:spMkLst>
        </pc:spChg>
        <pc:spChg chg="add mod">
          <ac:chgData name="" userId="f23f3ce18aa30384" providerId="LiveId" clId="{E3D72C13-83D5-46E5-87C5-8648BF4DA33C}" dt="2024-05-20T08:48:15.845" v="3290" actId="1076"/>
          <ac:spMkLst>
            <pc:docMk/>
            <pc:sldMk cId="707976704" sldId="300"/>
            <ac:spMk id="5" creationId="{BD5AE724-BE6E-429A-9F09-369777B01CF4}"/>
          </ac:spMkLst>
        </pc:spChg>
        <pc:spChg chg="add mod">
          <ac:chgData name="" userId="f23f3ce18aa30384" providerId="LiveId" clId="{E3D72C13-83D5-46E5-87C5-8648BF4DA33C}" dt="2024-05-20T08:48:21.234" v="3293" actId="1076"/>
          <ac:spMkLst>
            <pc:docMk/>
            <pc:sldMk cId="707976704" sldId="300"/>
            <ac:spMk id="6" creationId="{6C2B31D6-C11A-4C90-9E53-E2DD7F0F42AD}"/>
          </ac:spMkLst>
        </pc:spChg>
        <pc:picChg chg="add del mod">
          <ac:chgData name="" userId="f23f3ce18aa30384" providerId="LiveId" clId="{E3D72C13-83D5-46E5-87C5-8648BF4DA33C}" dt="2024-05-20T08:47:05.354" v="3273" actId="478"/>
          <ac:picMkLst>
            <pc:docMk/>
            <pc:sldMk cId="707976704" sldId="300"/>
            <ac:picMk id="4" creationId="{4AC626C0-2AF6-415B-B8D4-463AC29CF3A5}"/>
          </ac:picMkLst>
        </pc:picChg>
        <pc:picChg chg="add del mod ord">
          <ac:chgData name="" userId="f23f3ce18aa30384" providerId="LiveId" clId="{E3D72C13-83D5-46E5-87C5-8648BF4DA33C}" dt="2024-05-20T08:47:27.920" v="3279" actId="478"/>
          <ac:picMkLst>
            <pc:docMk/>
            <pc:sldMk cId="707976704" sldId="300"/>
            <ac:picMk id="7" creationId="{60750B42-6BC4-471D-982F-5D0961140BCB}"/>
          </ac:picMkLst>
        </pc:picChg>
        <pc:picChg chg="add del mod ord">
          <ac:chgData name="" userId="f23f3ce18aa30384" providerId="LiveId" clId="{E3D72C13-83D5-46E5-87C5-8648BF4DA33C}" dt="2024-05-20T08:47:57.965" v="3285" actId="478"/>
          <ac:picMkLst>
            <pc:docMk/>
            <pc:sldMk cId="707976704" sldId="300"/>
            <ac:picMk id="8" creationId="{8367D3E1-9014-4692-8B04-78FFE336CF0A}"/>
          </ac:picMkLst>
        </pc:picChg>
        <pc:picChg chg="add mod ord">
          <ac:chgData name="" userId="f23f3ce18aa30384" providerId="LiveId" clId="{E3D72C13-83D5-46E5-87C5-8648BF4DA33C}" dt="2024-05-20T08:48:18.083" v="3292" actId="1076"/>
          <ac:picMkLst>
            <pc:docMk/>
            <pc:sldMk cId="707976704" sldId="300"/>
            <ac:picMk id="9" creationId="{91DFB0D3-8B73-454C-B546-3AE124C8D8EE}"/>
          </ac:picMkLst>
        </pc:picChg>
      </pc:sldChg>
      <pc:sldChg chg="modSp add modNotesTx">
        <pc:chgData name="" userId="f23f3ce18aa30384" providerId="LiveId" clId="{E3D72C13-83D5-46E5-87C5-8648BF4DA33C}" dt="2024-05-20T11:01:08.627" v="3518" actId="20577"/>
        <pc:sldMkLst>
          <pc:docMk/>
          <pc:sldMk cId="1391156194" sldId="301"/>
        </pc:sldMkLst>
        <pc:spChg chg="mod">
          <ac:chgData name="" userId="f23f3ce18aa30384" providerId="LiveId" clId="{E3D72C13-83D5-46E5-87C5-8648BF4DA33C}" dt="2024-05-20T11:00:36.340" v="3378" actId="207"/>
          <ac:spMkLst>
            <pc:docMk/>
            <pc:sldMk cId="1391156194" sldId="301"/>
            <ac:spMk id="7" creationId="{2A0302B6-A4E4-405A-B392-C150978E4EBD}"/>
          </ac:spMkLst>
        </pc:spChg>
      </pc:sldChg>
    </pc:docChg>
  </pc:docChgLst>
  <pc:docChgLst>
    <pc:chgData name="Sebastian SOSA" userId="f23f3ce18aa30384" providerId="LiveId" clId="{CC307291-EE9E-4864-B93A-ACA09E84EE32}"/>
    <pc:docChg chg="undo redo custSel addSld delSld modSld sldOrd modShowInfo">
      <pc:chgData name="Sebastian SOSA" userId="f23f3ce18aa30384" providerId="LiveId" clId="{CC307291-EE9E-4864-B93A-ACA09E84EE32}" dt="2024-05-19T12:06:52.816" v="933" actId="6549"/>
      <pc:docMkLst>
        <pc:docMk/>
      </pc:docMkLst>
      <pc:sldChg chg="modSp mod">
        <pc:chgData name="Sebastian SOSA" userId="f23f3ce18aa30384" providerId="LiveId" clId="{CC307291-EE9E-4864-B93A-ACA09E84EE32}" dt="2024-05-07T07:21:24.677" v="598"/>
        <pc:sldMkLst>
          <pc:docMk/>
          <pc:sldMk cId="690203045" sldId="256"/>
        </pc:sldMkLst>
        <pc:spChg chg="mod">
          <ac:chgData name="Sebastian SOSA" userId="f23f3ce18aa30384" providerId="LiveId" clId="{CC307291-EE9E-4864-B93A-ACA09E84EE32}" dt="2024-05-07T07:21:24.677" v="598"/>
          <ac:spMkLst>
            <pc:docMk/>
            <pc:sldMk cId="690203045" sldId="256"/>
            <ac:spMk id="2" creationId="{05E10544-A62D-424D-B5C6-BE25C06A2301}"/>
          </ac:spMkLst>
        </pc:spChg>
      </pc:sldChg>
      <pc:sldChg chg="modSp mod">
        <pc:chgData name="Sebastian SOSA" userId="f23f3ce18aa30384" providerId="LiveId" clId="{CC307291-EE9E-4864-B93A-ACA09E84EE32}" dt="2024-05-07T07:22:59.696" v="602" actId="1076"/>
        <pc:sldMkLst>
          <pc:docMk/>
          <pc:sldMk cId="3544215364" sldId="258"/>
        </pc:sldMkLst>
        <pc:spChg chg="mod">
          <ac:chgData name="Sebastian SOSA" userId="f23f3ce18aa30384" providerId="LiveId" clId="{CC307291-EE9E-4864-B93A-ACA09E84EE32}" dt="2024-05-07T07:21:43.201" v="601" actId="20577"/>
          <ac:spMkLst>
            <pc:docMk/>
            <pc:sldMk cId="3544215364" sldId="258"/>
            <ac:spMk id="2" creationId="{A00F1E52-45AC-4916-9858-E48B80CB5895}"/>
          </ac:spMkLst>
        </pc:spChg>
        <pc:picChg chg="mod">
          <ac:chgData name="Sebastian SOSA" userId="f23f3ce18aa30384" providerId="LiveId" clId="{CC307291-EE9E-4864-B93A-ACA09E84EE32}" dt="2024-05-07T07:22:59.696" v="602" actId="1076"/>
          <ac:picMkLst>
            <pc:docMk/>
            <pc:sldMk cId="3544215364" sldId="258"/>
            <ac:picMk id="10" creationId="{CF40356A-7C0F-4A7B-933D-F17DD0F9C2C4}"/>
          </ac:picMkLst>
        </pc:picChg>
      </pc:sldChg>
      <pc:sldChg chg="addSp delSp modSp mod delAnim modAnim">
        <pc:chgData name="Sebastian SOSA" userId="f23f3ce18aa30384" providerId="LiveId" clId="{CC307291-EE9E-4864-B93A-ACA09E84EE32}" dt="2024-05-07T11:33:35.350" v="843" actId="166"/>
        <pc:sldMkLst>
          <pc:docMk/>
          <pc:sldMk cId="963496533" sldId="259"/>
        </pc:sldMkLst>
        <pc:spChg chg="add mod">
          <ac:chgData name="Sebastian SOSA" userId="f23f3ce18aa30384" providerId="LiveId" clId="{CC307291-EE9E-4864-B93A-ACA09E84EE32}" dt="2024-05-07T11:31:49.179" v="831"/>
          <ac:spMkLst>
            <pc:docMk/>
            <pc:sldMk cId="963496533" sldId="259"/>
            <ac:spMk id="3" creationId="{BAB54A3F-9C13-666F-1ED0-66FE9A3E07D7}"/>
          </ac:spMkLst>
        </pc:spChg>
        <pc:spChg chg="add mod">
          <ac:chgData name="Sebastian SOSA" userId="f23f3ce18aa30384" providerId="LiveId" clId="{CC307291-EE9E-4864-B93A-ACA09E84EE32}" dt="2024-05-07T11:31:55.859" v="833"/>
          <ac:spMkLst>
            <pc:docMk/>
            <pc:sldMk cId="963496533" sldId="259"/>
            <ac:spMk id="5" creationId="{BAB54A3F-9C13-666F-1ED0-66FE9A3E07D7}"/>
          </ac:spMkLst>
        </pc:spChg>
        <pc:picChg chg="del">
          <ac:chgData name="Sebastian SOSA" userId="f23f3ce18aa30384" providerId="LiveId" clId="{CC307291-EE9E-4864-B93A-ACA09E84EE32}" dt="2024-05-07T11:31:47.336" v="829" actId="478"/>
          <ac:picMkLst>
            <pc:docMk/>
            <pc:sldMk cId="963496533" sldId="259"/>
            <ac:picMk id="6" creationId="{6C94AAD7-02C6-46A0-9FBF-9D0D0B72192D}"/>
          </ac:picMkLst>
        </pc:picChg>
        <pc:picChg chg="add mod ord">
          <ac:chgData name="Sebastian SOSA" userId="f23f3ce18aa30384" providerId="LiveId" clId="{CC307291-EE9E-4864-B93A-ACA09E84EE32}" dt="2024-05-07T11:33:35.350" v="843" actId="166"/>
          <ac:picMkLst>
            <pc:docMk/>
            <pc:sldMk cId="963496533" sldId="259"/>
            <ac:picMk id="8" creationId="{73F64BD3-2657-EA34-FD40-D303AF5425AA}"/>
          </ac:picMkLst>
        </pc:picChg>
      </pc:sldChg>
      <pc:sldChg chg="modSp modAnim">
        <pc:chgData name="Sebastian SOSA" userId="f23f3ce18aa30384" providerId="LiveId" clId="{CC307291-EE9E-4864-B93A-ACA09E84EE32}" dt="2024-05-19T11:58:31.048" v="875" actId="20577"/>
        <pc:sldMkLst>
          <pc:docMk/>
          <pc:sldMk cId="2542652978" sldId="261"/>
        </pc:sldMkLst>
        <pc:spChg chg="mod">
          <ac:chgData name="Sebastian SOSA" userId="f23f3ce18aa30384" providerId="LiveId" clId="{CC307291-EE9E-4864-B93A-ACA09E84EE32}" dt="2024-05-19T11:58:31.048" v="875" actId="20577"/>
          <ac:spMkLst>
            <pc:docMk/>
            <pc:sldMk cId="2542652978" sldId="261"/>
            <ac:spMk id="3" creationId="{2C415444-C126-4754-AFA5-D008CDAF4537}"/>
          </ac:spMkLst>
        </pc:spChg>
      </pc:sldChg>
      <pc:sldChg chg="modSp mod">
        <pc:chgData name="Sebastian SOSA" userId="f23f3ce18aa30384" providerId="LiveId" clId="{CC307291-EE9E-4864-B93A-ACA09E84EE32}" dt="2024-05-19T11:58:45.888" v="880" actId="20577"/>
        <pc:sldMkLst>
          <pc:docMk/>
          <pc:sldMk cId="1329294470" sldId="263"/>
        </pc:sldMkLst>
        <pc:spChg chg="mod">
          <ac:chgData name="Sebastian SOSA" userId="f23f3ce18aa30384" providerId="LiveId" clId="{CC307291-EE9E-4864-B93A-ACA09E84EE32}" dt="2024-05-19T11:58:45.888" v="880" actId="20577"/>
          <ac:spMkLst>
            <pc:docMk/>
            <pc:sldMk cId="1329294470" sldId="263"/>
            <ac:spMk id="2" creationId="{12D0A609-0F42-4687-A56D-710E0C13915E}"/>
          </ac:spMkLst>
        </pc:spChg>
        <pc:spChg chg="mod">
          <ac:chgData name="Sebastian SOSA" userId="f23f3ce18aa30384" providerId="LiveId" clId="{CC307291-EE9E-4864-B93A-ACA09E84EE32}" dt="2024-05-19T11:56:17.668" v="864" actId="1076"/>
          <ac:spMkLst>
            <pc:docMk/>
            <pc:sldMk cId="1329294470" sldId="263"/>
            <ac:spMk id="5" creationId="{5BE52069-1B85-4586-99B4-AB07C1471E1C}"/>
          </ac:spMkLst>
        </pc:spChg>
        <pc:spChg chg="mod">
          <ac:chgData name="Sebastian SOSA" userId="f23f3ce18aa30384" providerId="LiveId" clId="{CC307291-EE9E-4864-B93A-ACA09E84EE32}" dt="2024-05-19T11:56:17.897" v="865" actId="1076"/>
          <ac:spMkLst>
            <pc:docMk/>
            <pc:sldMk cId="1329294470" sldId="263"/>
            <ac:spMk id="15" creationId="{EF5D93CF-65E5-4EBB-953F-17146605995A}"/>
          </ac:spMkLst>
        </pc:spChg>
        <pc:spChg chg="mod">
          <ac:chgData name="Sebastian SOSA" userId="f23f3ce18aa30384" providerId="LiveId" clId="{CC307291-EE9E-4864-B93A-ACA09E84EE32}" dt="2024-05-19T11:56:18.592" v="868" actId="1076"/>
          <ac:spMkLst>
            <pc:docMk/>
            <pc:sldMk cId="1329294470" sldId="263"/>
            <ac:spMk id="28" creationId="{B8A254BC-F653-4899-A502-F768DC971751}"/>
          </ac:spMkLst>
        </pc:spChg>
        <pc:spChg chg="mod">
          <ac:chgData name="Sebastian SOSA" userId="f23f3ce18aa30384" providerId="LiveId" clId="{CC307291-EE9E-4864-B93A-ACA09E84EE32}" dt="2024-05-19T11:56:19.128" v="870" actId="1076"/>
          <ac:spMkLst>
            <pc:docMk/>
            <pc:sldMk cId="1329294470" sldId="263"/>
            <ac:spMk id="34" creationId="{48F86B3D-E7A5-421A-B525-F9D15872164A}"/>
          </ac:spMkLst>
        </pc:spChg>
        <pc:spChg chg="mod">
          <ac:chgData name="Sebastian SOSA" userId="f23f3ce18aa30384" providerId="LiveId" clId="{CC307291-EE9E-4864-B93A-ACA09E84EE32}" dt="2024-05-19T11:56:18.833" v="869" actId="1076"/>
          <ac:spMkLst>
            <pc:docMk/>
            <pc:sldMk cId="1329294470" sldId="263"/>
            <ac:spMk id="40" creationId="{5992C528-AD76-49F4-A2FC-F8428E33F2F3}"/>
          </ac:spMkLst>
        </pc:spChg>
        <pc:spChg chg="mod">
          <ac:chgData name="Sebastian SOSA" userId="f23f3ce18aa30384" providerId="LiveId" clId="{CC307291-EE9E-4864-B93A-ACA09E84EE32}" dt="2024-05-19T11:56:19.442" v="871" actId="1076"/>
          <ac:spMkLst>
            <pc:docMk/>
            <pc:sldMk cId="1329294470" sldId="263"/>
            <ac:spMk id="46" creationId="{CB02F89B-2FB3-4F31-BC6D-5BB88C82E8EC}"/>
          </ac:spMkLst>
        </pc:spChg>
        <pc:grpChg chg="mod">
          <ac:chgData name="Sebastian SOSA" userId="f23f3ce18aa30384" providerId="LiveId" clId="{CC307291-EE9E-4864-B93A-ACA09E84EE32}" dt="2024-05-07T07:27:52.465" v="622" actId="1076"/>
          <ac:grpSpMkLst>
            <pc:docMk/>
            <pc:sldMk cId="1329294470" sldId="263"/>
            <ac:grpSpMk id="11" creationId="{7195E13C-7D85-4110-8DEE-05EB4229610E}"/>
          </ac:grpSpMkLst>
        </pc:grpChg>
        <pc:grpChg chg="mod">
          <ac:chgData name="Sebastian SOSA" userId="f23f3ce18aa30384" providerId="LiveId" clId="{CC307291-EE9E-4864-B93A-ACA09E84EE32}" dt="2024-05-07T07:27:57.429" v="623" actId="1076"/>
          <ac:grpSpMkLst>
            <pc:docMk/>
            <pc:sldMk cId="1329294470" sldId="263"/>
            <ac:grpSpMk id="13" creationId="{0AA9A93E-E423-4F8D-BD91-FE56CA320459}"/>
          </ac:grpSpMkLst>
        </pc:grpChg>
        <pc:grpChg chg="mod">
          <ac:chgData name="Sebastian SOSA" userId="f23f3ce18aa30384" providerId="LiveId" clId="{CC307291-EE9E-4864-B93A-ACA09E84EE32}" dt="2024-05-19T11:56:18.361" v="867" actId="1076"/>
          <ac:grpSpMkLst>
            <pc:docMk/>
            <pc:sldMk cId="1329294470" sldId="263"/>
            <ac:grpSpMk id="24" creationId="{DDA1FEE1-21CB-4FDA-93AE-03FF32958C1B}"/>
          </ac:grpSpMkLst>
        </pc:grpChg>
        <pc:grpChg chg="mod">
          <ac:chgData name="Sebastian SOSA" userId="f23f3ce18aa30384" providerId="LiveId" clId="{CC307291-EE9E-4864-B93A-ACA09E84EE32}" dt="2024-05-07T07:28:10.341" v="627" actId="1076"/>
          <ac:grpSpMkLst>
            <pc:docMk/>
            <pc:sldMk cId="1329294470" sldId="263"/>
            <ac:grpSpMk id="30" creationId="{9358F3A5-67A2-4C8C-BF67-AF778FA4BD88}"/>
          </ac:grpSpMkLst>
        </pc:grpChg>
        <pc:grpChg chg="mod">
          <ac:chgData name="Sebastian SOSA" userId="f23f3ce18aa30384" providerId="LiveId" clId="{CC307291-EE9E-4864-B93A-ACA09E84EE32}" dt="2024-05-07T07:28:06.497" v="626" actId="1076"/>
          <ac:grpSpMkLst>
            <pc:docMk/>
            <pc:sldMk cId="1329294470" sldId="263"/>
            <ac:grpSpMk id="37" creationId="{859CF01C-DBD9-431F-8514-340E656515D0}"/>
          </ac:grpSpMkLst>
        </pc:grpChg>
        <pc:grpChg chg="mod">
          <ac:chgData name="Sebastian SOSA" userId="f23f3ce18aa30384" providerId="LiveId" clId="{CC307291-EE9E-4864-B93A-ACA09E84EE32}" dt="2024-05-07T07:28:03.548" v="625" actId="1076"/>
          <ac:grpSpMkLst>
            <pc:docMk/>
            <pc:sldMk cId="1329294470" sldId="263"/>
            <ac:grpSpMk id="43" creationId="{5F558B91-1BBB-4442-9D6C-DB3AD3A76F83}"/>
          </ac:grpSpMkLst>
        </pc:grpChg>
        <pc:picChg chg="mod">
          <ac:chgData name="Sebastian SOSA" userId="f23f3ce18aa30384" providerId="LiveId" clId="{CC307291-EE9E-4864-B93A-ACA09E84EE32}" dt="2024-05-07T07:26:44.742" v="610" actId="1076"/>
          <ac:picMkLst>
            <pc:docMk/>
            <pc:sldMk cId="1329294470" sldId="263"/>
            <ac:picMk id="36" creationId="{98548196-96E4-4184-BB0F-3E96EEC94A2D}"/>
          </ac:picMkLst>
        </pc:picChg>
      </pc:sldChg>
      <pc:sldChg chg="modSp mod modAnim">
        <pc:chgData name="Sebastian SOSA" userId="f23f3ce18aa30384" providerId="LiveId" clId="{CC307291-EE9E-4864-B93A-ACA09E84EE32}" dt="2024-05-07T11:25:54.419" v="817" actId="20577"/>
        <pc:sldMkLst>
          <pc:docMk/>
          <pc:sldMk cId="4091506473" sldId="264"/>
        </pc:sldMkLst>
        <pc:spChg chg="mod">
          <ac:chgData name="Sebastian SOSA" userId="f23f3ce18aa30384" providerId="LiveId" clId="{CC307291-EE9E-4864-B93A-ACA09E84EE32}" dt="2024-05-07T11:25:54.419" v="817" actId="20577"/>
          <ac:spMkLst>
            <pc:docMk/>
            <pc:sldMk cId="4091506473" sldId="264"/>
            <ac:spMk id="7" creationId="{2A0302B6-A4E4-405A-B392-C150978E4EBD}"/>
          </ac:spMkLst>
        </pc:spChg>
      </pc:sldChg>
      <pc:sldChg chg="addSp delSp modSp mod">
        <pc:chgData name="Sebastian SOSA" userId="f23f3ce18aa30384" providerId="LiveId" clId="{CC307291-EE9E-4864-B93A-ACA09E84EE32}" dt="2024-05-19T12:00:27.531" v="889" actId="14100"/>
        <pc:sldMkLst>
          <pc:docMk/>
          <pc:sldMk cId="1348948275" sldId="266"/>
        </pc:sldMkLst>
        <pc:spChg chg="mod">
          <ac:chgData name="Sebastian SOSA" userId="f23f3ce18aa30384" providerId="LiveId" clId="{CC307291-EE9E-4864-B93A-ACA09E84EE32}" dt="2024-05-19T12:00:27.531" v="889" actId="14100"/>
          <ac:spMkLst>
            <pc:docMk/>
            <pc:sldMk cId="1348948275" sldId="266"/>
            <ac:spMk id="2" creationId="{259CACBC-04AD-41BA-A5F0-44E31AD084BF}"/>
          </ac:spMkLst>
        </pc:spChg>
        <pc:spChg chg="add del mod">
          <ac:chgData name="Sebastian SOSA" userId="f23f3ce18aa30384" providerId="LiveId" clId="{CC307291-EE9E-4864-B93A-ACA09E84EE32}" dt="2024-05-07T11:22:46.968" v="776" actId="478"/>
          <ac:spMkLst>
            <pc:docMk/>
            <pc:sldMk cId="1348948275" sldId="266"/>
            <ac:spMk id="5" creationId="{D0013217-7382-4397-4C54-FFA07FDFD868}"/>
          </ac:spMkLst>
        </pc:spChg>
        <pc:spChg chg="add del mod">
          <ac:chgData name="Sebastian SOSA" userId="f23f3ce18aa30384" providerId="LiveId" clId="{CC307291-EE9E-4864-B93A-ACA09E84EE32}" dt="2024-05-07T11:24:09.729" v="803" actId="478"/>
          <ac:spMkLst>
            <pc:docMk/>
            <pc:sldMk cId="1348948275" sldId="266"/>
            <ac:spMk id="6" creationId="{FEE29117-FB64-5053-CEA8-77CB0E0B0ECD}"/>
          </ac:spMkLst>
        </pc:spChg>
        <pc:spChg chg="add del mod">
          <ac:chgData name="Sebastian SOSA" userId="f23f3ce18aa30384" providerId="LiveId" clId="{CC307291-EE9E-4864-B93A-ACA09E84EE32}" dt="2024-05-07T11:22:57.008" v="779" actId="478"/>
          <ac:spMkLst>
            <pc:docMk/>
            <pc:sldMk cId="1348948275" sldId="266"/>
            <ac:spMk id="7" creationId="{C50EF048-527D-3D3E-A21B-406158BDD768}"/>
          </ac:spMkLst>
        </pc:spChg>
        <pc:spChg chg="add del mod">
          <ac:chgData name="Sebastian SOSA" userId="f23f3ce18aa30384" providerId="LiveId" clId="{CC307291-EE9E-4864-B93A-ACA09E84EE32}" dt="2024-05-07T11:23:15.216" v="784" actId="478"/>
          <ac:spMkLst>
            <pc:docMk/>
            <pc:sldMk cId="1348948275" sldId="266"/>
            <ac:spMk id="8" creationId="{CD9F559B-2C11-F09F-EFAB-15BFB7FC1AAF}"/>
          </ac:spMkLst>
        </pc:spChg>
        <pc:spChg chg="add del mod">
          <ac:chgData name="Sebastian SOSA" userId="f23f3ce18aa30384" providerId="LiveId" clId="{CC307291-EE9E-4864-B93A-ACA09E84EE32}" dt="2024-05-07T11:26:54.593" v="820" actId="478"/>
          <ac:spMkLst>
            <pc:docMk/>
            <pc:sldMk cId="1348948275" sldId="266"/>
            <ac:spMk id="10" creationId="{5BF07C1F-3B83-EB8C-898F-E790B7B3DFE3}"/>
          </ac:spMkLst>
        </pc:spChg>
        <pc:spChg chg="add del mod">
          <ac:chgData name="Sebastian SOSA" userId="f23f3ce18aa30384" providerId="LiveId" clId="{CC307291-EE9E-4864-B93A-ACA09E84EE32}" dt="2024-05-07T11:23:39.833" v="792" actId="478"/>
          <ac:spMkLst>
            <pc:docMk/>
            <pc:sldMk cId="1348948275" sldId="266"/>
            <ac:spMk id="11" creationId="{3EBFB8F5-957C-941A-E284-030DE8CF846B}"/>
          </ac:spMkLst>
        </pc:spChg>
        <pc:spChg chg="add del mod">
          <ac:chgData name="Sebastian SOSA" userId="f23f3ce18aa30384" providerId="LiveId" clId="{CC307291-EE9E-4864-B93A-ACA09E84EE32}" dt="2024-05-07T11:23:38.561" v="791" actId="478"/>
          <ac:spMkLst>
            <pc:docMk/>
            <pc:sldMk cId="1348948275" sldId="266"/>
            <ac:spMk id="12" creationId="{16594DF9-DC50-654F-C30E-FFDFA8C6BF72}"/>
          </ac:spMkLst>
        </pc:spChg>
        <pc:spChg chg="add mod">
          <ac:chgData name="Sebastian SOSA" userId="f23f3ce18aa30384" providerId="LiveId" clId="{CC307291-EE9E-4864-B93A-ACA09E84EE32}" dt="2024-05-07T11:23:52.220" v="797" actId="1076"/>
          <ac:spMkLst>
            <pc:docMk/>
            <pc:sldMk cId="1348948275" sldId="266"/>
            <ac:spMk id="13" creationId="{D599FC09-69F1-C61A-48FB-55673B783932}"/>
          </ac:spMkLst>
        </pc:spChg>
        <pc:spChg chg="add mod">
          <ac:chgData name="Sebastian SOSA" userId="f23f3ce18aa30384" providerId="LiveId" clId="{CC307291-EE9E-4864-B93A-ACA09E84EE32}" dt="2024-05-07T11:23:49.634" v="796" actId="1076"/>
          <ac:spMkLst>
            <pc:docMk/>
            <pc:sldMk cId="1348948275" sldId="266"/>
            <ac:spMk id="14" creationId="{FFECFB4A-1A10-1E9A-DB27-A02B81520072}"/>
          </ac:spMkLst>
        </pc:spChg>
        <pc:spChg chg="add mod">
          <ac:chgData name="Sebastian SOSA" userId="f23f3ce18aa30384" providerId="LiveId" clId="{CC307291-EE9E-4864-B93A-ACA09E84EE32}" dt="2024-05-07T11:24:01.281" v="800" actId="14100"/>
          <ac:spMkLst>
            <pc:docMk/>
            <pc:sldMk cId="1348948275" sldId="266"/>
            <ac:spMk id="15" creationId="{75287D8B-A0A6-3C05-6EAF-1475155CB5D8}"/>
          </ac:spMkLst>
        </pc:spChg>
        <pc:spChg chg="add mod">
          <ac:chgData name="Sebastian SOSA" userId="f23f3ce18aa30384" providerId="LiveId" clId="{CC307291-EE9E-4864-B93A-ACA09E84EE32}" dt="2024-05-07T11:24:06.853" v="802" actId="1076"/>
          <ac:spMkLst>
            <pc:docMk/>
            <pc:sldMk cId="1348948275" sldId="266"/>
            <ac:spMk id="16" creationId="{BAB54A3F-9C13-666F-1ED0-66FE9A3E07D7}"/>
          </ac:spMkLst>
        </pc:spChg>
        <pc:picChg chg="add mod modCrop">
          <ac:chgData name="Sebastian SOSA" userId="f23f3ce18aa30384" providerId="LiveId" clId="{CC307291-EE9E-4864-B93A-ACA09E84EE32}" dt="2024-05-07T11:23:17.818" v="786" actId="1076"/>
          <ac:picMkLst>
            <pc:docMk/>
            <pc:sldMk cId="1348948275" sldId="266"/>
            <ac:picMk id="4" creationId="{1E131EB1-273B-D660-764B-F98A5C1A73D0}"/>
          </ac:picMkLst>
        </pc:picChg>
        <pc:picChg chg="add mod">
          <ac:chgData name="Sebastian SOSA" userId="f23f3ce18aa30384" providerId="LiveId" clId="{CC307291-EE9E-4864-B93A-ACA09E84EE32}" dt="2024-05-07T11:22:29.363" v="774"/>
          <ac:picMkLst>
            <pc:docMk/>
            <pc:sldMk cId="1348948275" sldId="266"/>
            <ac:picMk id="9" creationId="{3A492C37-A945-8C77-7885-371130AFF1D7}"/>
          </ac:picMkLst>
        </pc:picChg>
      </pc:sldChg>
      <pc:sldChg chg="addSp delSp modSp mod">
        <pc:chgData name="Sebastian SOSA" userId="f23f3ce18aa30384" providerId="LiveId" clId="{CC307291-EE9E-4864-B93A-ACA09E84EE32}" dt="2024-05-19T12:00:36.961" v="890" actId="20577"/>
        <pc:sldMkLst>
          <pc:docMk/>
          <pc:sldMk cId="1088711734" sldId="268"/>
        </pc:sldMkLst>
        <pc:spChg chg="mod">
          <ac:chgData name="Sebastian SOSA" userId="f23f3ce18aa30384" providerId="LiveId" clId="{CC307291-EE9E-4864-B93A-ACA09E84EE32}" dt="2024-05-19T12:00:36.961" v="890" actId="20577"/>
          <ac:spMkLst>
            <pc:docMk/>
            <pc:sldMk cId="1088711734" sldId="268"/>
            <ac:spMk id="2" creationId="{C792DAF6-35E0-448A-BEE9-BE35C8E5A80C}"/>
          </ac:spMkLst>
        </pc:spChg>
        <pc:graphicFrameChg chg="add del mod modGraphic">
          <ac:chgData name="Sebastian SOSA" userId="f23f3ce18aa30384" providerId="LiveId" clId="{CC307291-EE9E-4864-B93A-ACA09E84EE32}" dt="2024-05-07T07:52:53.464" v="730" actId="478"/>
          <ac:graphicFrameMkLst>
            <pc:docMk/>
            <pc:sldMk cId="1088711734" sldId="268"/>
            <ac:graphicFrameMk id="3" creationId="{047D3531-48FE-F180-43B6-CE9DEC0A0702}"/>
          </ac:graphicFrameMkLst>
        </pc:graphicFrameChg>
        <pc:graphicFrameChg chg="add mod">
          <ac:chgData name="Sebastian SOSA" userId="f23f3ce18aa30384" providerId="LiveId" clId="{CC307291-EE9E-4864-B93A-ACA09E84EE32}" dt="2024-05-07T07:52:53.928" v="731"/>
          <ac:graphicFrameMkLst>
            <pc:docMk/>
            <pc:sldMk cId="1088711734" sldId="268"/>
            <ac:graphicFrameMk id="4" creationId="{7D4E697A-FA52-3ABC-0855-FFB4BB7D8E83}"/>
          </ac:graphicFrameMkLst>
        </pc:graphicFrameChg>
        <pc:graphicFrameChg chg="del">
          <ac:chgData name="Sebastian SOSA" userId="f23f3ce18aa30384" providerId="LiveId" clId="{CC307291-EE9E-4864-B93A-ACA09E84EE32}" dt="2024-05-03T10:08:38.091" v="246" actId="478"/>
          <ac:graphicFrameMkLst>
            <pc:docMk/>
            <pc:sldMk cId="1088711734" sldId="268"/>
            <ac:graphicFrameMk id="5" creationId="{85BB55C8-1F8B-4F59-B014-02390C9604DF}"/>
          </ac:graphicFrameMkLst>
        </pc:graphicFrameChg>
      </pc:sldChg>
      <pc:sldChg chg="modSp mod">
        <pc:chgData name="Sebastian SOSA" userId="f23f3ce18aa30384" providerId="LiveId" clId="{CC307291-EE9E-4864-B93A-ACA09E84EE32}" dt="2024-05-19T11:58:58.687" v="885" actId="20577"/>
        <pc:sldMkLst>
          <pc:docMk/>
          <pc:sldMk cId="4051512887" sldId="271"/>
        </pc:sldMkLst>
        <pc:spChg chg="mod">
          <ac:chgData name="Sebastian SOSA" userId="f23f3ce18aa30384" providerId="LiveId" clId="{CC307291-EE9E-4864-B93A-ACA09E84EE32}" dt="2024-05-07T07:28:41.859" v="630" actId="1076"/>
          <ac:spMkLst>
            <pc:docMk/>
            <pc:sldMk cId="4051512887" sldId="271"/>
            <ac:spMk id="5" creationId="{D0DBB435-7251-4392-B748-2A497798E60A}"/>
          </ac:spMkLst>
        </pc:spChg>
        <pc:spChg chg="mod">
          <ac:chgData name="Sebastian SOSA" userId="f23f3ce18aa30384" providerId="LiveId" clId="{CC307291-EE9E-4864-B93A-ACA09E84EE32}" dt="2024-05-19T11:58:58.687" v="885" actId="20577"/>
          <ac:spMkLst>
            <pc:docMk/>
            <pc:sldMk cId="4051512887" sldId="271"/>
            <ac:spMk id="6" creationId="{95FC4AD5-1408-4EDD-8AE1-55BB78AEB02F}"/>
          </ac:spMkLst>
        </pc:spChg>
      </pc:sldChg>
      <pc:sldChg chg="mod modShow modNotesTx">
        <pc:chgData name="Sebastian SOSA" userId="f23f3ce18aa30384" providerId="LiveId" clId="{CC307291-EE9E-4864-B93A-ACA09E84EE32}" dt="2024-05-03T15:20:33.418" v="596" actId="6549"/>
        <pc:sldMkLst>
          <pc:docMk/>
          <pc:sldMk cId="2817716219" sldId="272"/>
        </pc:sldMkLst>
      </pc:sldChg>
      <pc:sldChg chg="modSp mod">
        <pc:chgData name="Sebastian SOSA" userId="f23f3ce18aa30384" providerId="LiveId" clId="{CC307291-EE9E-4864-B93A-ACA09E84EE32}" dt="2024-05-07T11:26:05.117" v="818"/>
        <pc:sldMkLst>
          <pc:docMk/>
          <pc:sldMk cId="3525579750" sldId="273"/>
        </pc:sldMkLst>
        <pc:spChg chg="mod">
          <ac:chgData name="Sebastian SOSA" userId="f23f3ce18aa30384" providerId="LiveId" clId="{CC307291-EE9E-4864-B93A-ACA09E84EE32}" dt="2024-05-07T11:26:05.117" v="818"/>
          <ac:spMkLst>
            <pc:docMk/>
            <pc:sldMk cId="3525579750" sldId="273"/>
            <ac:spMk id="7" creationId="{2A0302B6-A4E4-405A-B392-C150978E4EBD}"/>
          </ac:spMkLst>
        </pc:spChg>
      </pc:sldChg>
      <pc:sldChg chg="addSp delSp modSp mod">
        <pc:chgData name="Sebastian SOSA" userId="f23f3ce18aa30384" providerId="LiveId" clId="{CC307291-EE9E-4864-B93A-ACA09E84EE32}" dt="2024-05-07T08:01:16.970" v="737"/>
        <pc:sldMkLst>
          <pc:docMk/>
          <pc:sldMk cId="1761312151" sldId="275"/>
        </pc:sldMkLst>
        <pc:graphicFrameChg chg="add del mod modGraphic">
          <ac:chgData name="Sebastian SOSA" userId="f23f3ce18aa30384" providerId="LiveId" clId="{CC307291-EE9E-4864-B93A-ACA09E84EE32}" dt="2024-05-07T08:01:16.406" v="736" actId="478"/>
          <ac:graphicFrameMkLst>
            <pc:docMk/>
            <pc:sldMk cId="1761312151" sldId="275"/>
            <ac:graphicFrameMk id="3" creationId="{6615BA9B-DF71-8D5B-64D5-5D417384B43E}"/>
          </ac:graphicFrameMkLst>
        </pc:graphicFrameChg>
        <pc:graphicFrameChg chg="add mod">
          <ac:chgData name="Sebastian SOSA" userId="f23f3ce18aa30384" providerId="LiveId" clId="{CC307291-EE9E-4864-B93A-ACA09E84EE32}" dt="2024-05-07T08:01:16.970" v="737"/>
          <ac:graphicFrameMkLst>
            <pc:docMk/>
            <pc:sldMk cId="1761312151" sldId="275"/>
            <ac:graphicFrameMk id="4" creationId="{9A83FBB6-6533-5B95-C0FF-C8158984D43D}"/>
          </ac:graphicFrameMkLst>
        </pc:graphicFrameChg>
        <pc:graphicFrameChg chg="del">
          <ac:chgData name="Sebastian SOSA" userId="f23f3ce18aa30384" providerId="LiveId" clId="{CC307291-EE9E-4864-B93A-ACA09E84EE32}" dt="2024-05-03T10:09:10.595" v="249" actId="478"/>
          <ac:graphicFrameMkLst>
            <pc:docMk/>
            <pc:sldMk cId="1761312151" sldId="275"/>
            <ac:graphicFrameMk id="5" creationId="{85BB55C8-1F8B-4F59-B014-02390C9604DF}"/>
          </ac:graphicFrameMkLst>
        </pc:graphicFrameChg>
      </pc:sldChg>
      <pc:sldChg chg="addSp delSp modSp mod">
        <pc:chgData name="Sebastian SOSA" userId="f23f3ce18aa30384" providerId="LiveId" clId="{CC307291-EE9E-4864-B93A-ACA09E84EE32}" dt="2024-05-19T12:02:05.387" v="898" actId="14100"/>
        <pc:sldMkLst>
          <pc:docMk/>
          <pc:sldMk cId="429191708" sldId="277"/>
        </pc:sldMkLst>
        <pc:spChg chg="mod">
          <ac:chgData name="Sebastian SOSA" userId="f23f3ce18aa30384" providerId="LiveId" clId="{CC307291-EE9E-4864-B93A-ACA09E84EE32}" dt="2024-05-19T12:02:05.387" v="898" actId="14100"/>
          <ac:spMkLst>
            <pc:docMk/>
            <pc:sldMk cId="429191708" sldId="277"/>
            <ac:spMk id="2" creationId="{259CACBC-04AD-41BA-A5F0-44E31AD084BF}"/>
          </ac:spMkLst>
        </pc:spChg>
        <pc:spChg chg="add mod">
          <ac:chgData name="Sebastian SOSA" userId="f23f3ce18aa30384" providerId="LiveId" clId="{CC307291-EE9E-4864-B93A-ACA09E84EE32}" dt="2024-05-07T11:27:39.485" v="828" actId="1076"/>
          <ac:spMkLst>
            <pc:docMk/>
            <pc:sldMk cId="429191708" sldId="277"/>
            <ac:spMk id="9" creationId="{9413498D-DDF1-C607-B076-37ADA31F449B}"/>
          </ac:spMkLst>
        </pc:spChg>
        <pc:picChg chg="add del mod">
          <ac:chgData name="Sebastian SOSA" userId="f23f3ce18aa30384" providerId="LiveId" clId="{CC307291-EE9E-4864-B93A-ACA09E84EE32}" dt="2024-05-07T09:32:50.620" v="741" actId="478"/>
          <ac:picMkLst>
            <pc:docMk/>
            <pc:sldMk cId="429191708" sldId="277"/>
            <ac:picMk id="4" creationId="{94ACAEEB-A0ED-C32C-BEF3-180DE7D5FBF7}"/>
          </ac:picMkLst>
        </pc:picChg>
        <pc:picChg chg="add del mod modCrop">
          <ac:chgData name="Sebastian SOSA" userId="f23f3ce18aa30384" providerId="LiveId" clId="{CC307291-EE9E-4864-B93A-ACA09E84EE32}" dt="2024-05-07T09:33:32.405" v="746" actId="478"/>
          <ac:picMkLst>
            <pc:docMk/>
            <pc:sldMk cId="429191708" sldId="277"/>
            <ac:picMk id="6" creationId="{5DFA62BA-0D8A-7945-8A0F-B75304F78B68}"/>
          </ac:picMkLst>
        </pc:picChg>
        <pc:picChg chg="add mod modCrop">
          <ac:chgData name="Sebastian SOSA" userId="f23f3ce18aa30384" providerId="LiveId" clId="{CC307291-EE9E-4864-B93A-ACA09E84EE32}" dt="2024-05-07T11:27:15.210" v="825" actId="1076"/>
          <ac:picMkLst>
            <pc:docMk/>
            <pc:sldMk cId="429191708" sldId="277"/>
            <ac:picMk id="8" creationId="{45A604A0-F454-6AB9-4C8F-07927BB09A25}"/>
          </ac:picMkLst>
        </pc:picChg>
      </pc:sldChg>
      <pc:sldChg chg="addSp delSp modSp mod">
        <pc:chgData name="Sebastian SOSA" userId="f23f3ce18aa30384" providerId="LiveId" clId="{CC307291-EE9E-4864-B93A-ACA09E84EE32}" dt="2024-05-03T09:48:00.826" v="1"/>
        <pc:sldMkLst>
          <pc:docMk/>
          <pc:sldMk cId="222145331" sldId="278"/>
        </pc:sldMkLst>
        <pc:graphicFrameChg chg="add mod">
          <ac:chgData name="Sebastian SOSA" userId="f23f3ce18aa30384" providerId="LiveId" clId="{CC307291-EE9E-4864-B93A-ACA09E84EE32}" dt="2024-05-03T09:48:00.826" v="1"/>
          <ac:graphicFrameMkLst>
            <pc:docMk/>
            <pc:sldMk cId="222145331" sldId="278"/>
            <ac:graphicFrameMk id="3" creationId="{74026994-691E-662C-0E42-61A74B561752}"/>
          </ac:graphicFrameMkLst>
        </pc:graphicFrameChg>
        <pc:graphicFrameChg chg="del">
          <ac:chgData name="Sebastian SOSA" userId="f23f3ce18aa30384" providerId="LiveId" clId="{CC307291-EE9E-4864-B93A-ACA09E84EE32}" dt="2024-05-03T09:47:33.810" v="0" actId="478"/>
          <ac:graphicFrameMkLst>
            <pc:docMk/>
            <pc:sldMk cId="222145331" sldId="278"/>
            <ac:graphicFrameMk id="4" creationId="{8D3770F8-B676-47E8-A997-13C63832FCD2}"/>
          </ac:graphicFrameMkLst>
        </pc:graphicFrameChg>
      </pc:sldChg>
      <pc:sldChg chg="modSp">
        <pc:chgData name="Sebastian SOSA" userId="f23f3ce18aa30384" providerId="LiveId" clId="{CC307291-EE9E-4864-B93A-ACA09E84EE32}" dt="2024-05-19T12:03:00.001" v="912" actId="6549"/>
        <pc:sldMkLst>
          <pc:docMk/>
          <pc:sldMk cId="4281815192" sldId="279"/>
        </pc:sldMkLst>
        <pc:spChg chg="mod">
          <ac:chgData name="Sebastian SOSA" userId="f23f3ce18aa30384" providerId="LiveId" clId="{CC307291-EE9E-4864-B93A-ACA09E84EE32}" dt="2024-05-19T12:03:00.001" v="912" actId="6549"/>
          <ac:spMkLst>
            <pc:docMk/>
            <pc:sldMk cId="4281815192" sldId="279"/>
            <ac:spMk id="3" creationId="{359ED8E3-2C8A-4F75-A5DE-58E748FD1B72}"/>
          </ac:spMkLst>
        </pc:spChg>
      </pc:sldChg>
      <pc:sldChg chg="addSp modSp mod modAnim">
        <pc:chgData name="Sebastian SOSA" userId="f23f3ce18aa30384" providerId="LiveId" clId="{CC307291-EE9E-4864-B93A-ACA09E84EE32}" dt="2024-05-19T12:03:26.560" v="913" actId="20577"/>
        <pc:sldMkLst>
          <pc:docMk/>
          <pc:sldMk cId="3132051446" sldId="280"/>
        </pc:sldMkLst>
        <pc:spChg chg="mod">
          <ac:chgData name="Sebastian SOSA" userId="f23f3ce18aa30384" providerId="LiveId" clId="{CC307291-EE9E-4864-B93A-ACA09E84EE32}" dt="2024-05-03T09:49:49.269" v="28" actId="5793"/>
          <ac:spMkLst>
            <pc:docMk/>
            <pc:sldMk cId="3132051446" sldId="280"/>
            <ac:spMk id="2" creationId="{1B598106-286F-4E6F-8FDC-98F1B15A2318}"/>
          </ac:spMkLst>
        </pc:spChg>
        <pc:spChg chg="mod">
          <ac:chgData name="Sebastian SOSA" userId="f23f3ce18aa30384" providerId="LiveId" clId="{CC307291-EE9E-4864-B93A-ACA09E84EE32}" dt="2024-05-03T09:57:02.118" v="93" actId="1076"/>
          <ac:spMkLst>
            <pc:docMk/>
            <pc:sldMk cId="3132051446" sldId="280"/>
            <ac:spMk id="3" creationId="{5395288B-500A-46B0-BA49-3A73A8F5306C}"/>
          </ac:spMkLst>
        </pc:spChg>
        <pc:spChg chg="add mod">
          <ac:chgData name="Sebastian SOSA" userId="f23f3ce18aa30384" providerId="LiveId" clId="{CC307291-EE9E-4864-B93A-ACA09E84EE32}" dt="2024-05-03T09:56:56.178" v="91" actId="1076"/>
          <ac:spMkLst>
            <pc:docMk/>
            <pc:sldMk cId="3132051446" sldId="280"/>
            <ac:spMk id="5" creationId="{26FA3A64-3AA6-9CBB-C4CF-2E5A786C4E34}"/>
          </ac:spMkLst>
        </pc:spChg>
        <pc:spChg chg="add mod">
          <ac:chgData name="Sebastian SOSA" userId="f23f3ce18aa30384" providerId="LiveId" clId="{CC307291-EE9E-4864-B93A-ACA09E84EE32}" dt="2024-05-19T12:03:26.560" v="913" actId="20577"/>
          <ac:spMkLst>
            <pc:docMk/>
            <pc:sldMk cId="3132051446" sldId="280"/>
            <ac:spMk id="8" creationId="{A62B92AD-7ECE-8A76-68EF-A6E7EF634F82}"/>
          </ac:spMkLst>
        </pc:spChg>
        <pc:picChg chg="mod">
          <ac:chgData name="Sebastian SOSA" userId="f23f3ce18aa30384" providerId="LiveId" clId="{CC307291-EE9E-4864-B93A-ACA09E84EE32}" dt="2024-05-03T09:57:05.509" v="94" actId="1076"/>
          <ac:picMkLst>
            <pc:docMk/>
            <pc:sldMk cId="3132051446" sldId="280"/>
            <ac:picMk id="4" creationId="{B264B72B-5251-42FF-841E-819B57B855C3}"/>
          </ac:picMkLst>
        </pc:picChg>
        <pc:picChg chg="add mod modCrop">
          <ac:chgData name="Sebastian SOSA" userId="f23f3ce18aa30384" providerId="LiveId" clId="{CC307291-EE9E-4864-B93A-ACA09E84EE32}" dt="2024-05-03T09:57:08.736" v="95" actId="1076"/>
          <ac:picMkLst>
            <pc:docMk/>
            <pc:sldMk cId="3132051446" sldId="280"/>
            <ac:picMk id="6" creationId="{D9EA8395-A01F-0BD8-8FB6-7B16E446A4DA}"/>
          </ac:picMkLst>
        </pc:picChg>
        <pc:picChg chg="mod">
          <ac:chgData name="Sebastian SOSA" userId="f23f3ce18aa30384" providerId="LiveId" clId="{CC307291-EE9E-4864-B93A-ACA09E84EE32}" dt="2024-05-03T09:56:57.842" v="92" actId="1076"/>
          <ac:picMkLst>
            <pc:docMk/>
            <pc:sldMk cId="3132051446" sldId="280"/>
            <ac:picMk id="5122" creationId="{0803F42D-F308-4D1E-B853-B6C81CD3BD99}"/>
          </ac:picMkLst>
        </pc:picChg>
      </pc:sldChg>
      <pc:sldChg chg="addSp modSp mod">
        <pc:chgData name="Sebastian SOSA" userId="f23f3ce18aa30384" providerId="LiveId" clId="{CC307291-EE9E-4864-B93A-ACA09E84EE32}" dt="2024-05-03T12:41:00.512" v="454" actId="1076"/>
        <pc:sldMkLst>
          <pc:docMk/>
          <pc:sldMk cId="3519131666" sldId="282"/>
        </pc:sldMkLst>
        <pc:graphicFrameChg chg="add mod modGraphic">
          <ac:chgData name="Sebastian SOSA" userId="f23f3ce18aa30384" providerId="LiveId" clId="{CC307291-EE9E-4864-B93A-ACA09E84EE32}" dt="2024-05-03T12:41:00.512" v="454" actId="1076"/>
          <ac:graphicFrameMkLst>
            <pc:docMk/>
            <pc:sldMk cId="3519131666" sldId="282"/>
            <ac:graphicFrameMk id="3" creationId="{06E4237A-A2E9-D3B5-1142-E5FE8ECE03A2}"/>
          </ac:graphicFrameMkLst>
        </pc:graphicFrameChg>
        <pc:picChg chg="mod">
          <ac:chgData name="Sebastian SOSA" userId="f23f3ce18aa30384" providerId="LiveId" clId="{CC307291-EE9E-4864-B93A-ACA09E84EE32}" dt="2024-05-03T12:40:00.402" v="435" actId="1076"/>
          <ac:picMkLst>
            <pc:docMk/>
            <pc:sldMk cId="3519131666" sldId="282"/>
            <ac:picMk id="10242" creationId="{FA01F0BF-7789-4838-8DAE-C448D07A5A11}"/>
          </ac:picMkLst>
        </pc:picChg>
      </pc:sldChg>
      <pc:sldChg chg="modSp mod modAnim">
        <pc:chgData name="Sebastian SOSA" userId="f23f3ce18aa30384" providerId="LiveId" clId="{CC307291-EE9E-4864-B93A-ACA09E84EE32}" dt="2024-05-19T12:06:52.816" v="933" actId="6549"/>
        <pc:sldMkLst>
          <pc:docMk/>
          <pc:sldMk cId="2442002028" sldId="283"/>
        </pc:sldMkLst>
        <pc:spChg chg="mod">
          <ac:chgData name="Sebastian SOSA" userId="f23f3ce18aa30384" providerId="LiveId" clId="{CC307291-EE9E-4864-B93A-ACA09E84EE32}" dt="2024-05-19T12:06:52.816" v="933" actId="6549"/>
          <ac:spMkLst>
            <pc:docMk/>
            <pc:sldMk cId="2442002028" sldId="283"/>
            <ac:spMk id="3" creationId="{29461BBD-0661-49DF-959F-7ED59D403C3B}"/>
          </ac:spMkLst>
        </pc:spChg>
      </pc:sldChg>
      <pc:sldChg chg="modSp mod">
        <pc:chgData name="Sebastian SOSA" userId="f23f3ce18aa30384" providerId="LiveId" clId="{CC307291-EE9E-4864-B93A-ACA09E84EE32}" dt="2024-05-03T09:59:25.412" v="121" actId="207"/>
        <pc:sldMkLst>
          <pc:docMk/>
          <pc:sldMk cId="1782140219" sldId="284"/>
        </pc:sldMkLst>
        <pc:spChg chg="mod">
          <ac:chgData name="Sebastian SOSA" userId="f23f3ce18aa30384" providerId="LiveId" clId="{CC307291-EE9E-4864-B93A-ACA09E84EE32}" dt="2024-05-03T09:59:25.412" v="121" actId="207"/>
          <ac:spMkLst>
            <pc:docMk/>
            <pc:sldMk cId="1782140219" sldId="284"/>
            <ac:spMk id="2" creationId="{B6BC5B7E-9D36-43DC-8162-1F53FB27B929}"/>
          </ac:spMkLst>
        </pc:spChg>
      </pc:sldChg>
      <pc:sldChg chg="modSp mod">
        <pc:chgData name="Sebastian SOSA" userId="f23f3ce18aa30384" providerId="LiveId" clId="{CC307291-EE9E-4864-B93A-ACA09E84EE32}" dt="2024-05-07T11:26:19.321" v="819"/>
        <pc:sldMkLst>
          <pc:docMk/>
          <pc:sldMk cId="2806880801" sldId="289"/>
        </pc:sldMkLst>
        <pc:spChg chg="mod">
          <ac:chgData name="Sebastian SOSA" userId="f23f3ce18aa30384" providerId="LiveId" clId="{CC307291-EE9E-4864-B93A-ACA09E84EE32}" dt="2024-05-07T11:26:19.321" v="819"/>
          <ac:spMkLst>
            <pc:docMk/>
            <pc:sldMk cId="2806880801" sldId="289"/>
            <ac:spMk id="7" creationId="{2A0302B6-A4E4-405A-B392-C150978E4EBD}"/>
          </ac:spMkLst>
        </pc:spChg>
      </pc:sldChg>
      <pc:sldChg chg="addSp delSp modSp add mod">
        <pc:chgData name="Sebastian SOSA" userId="f23f3ce18aa30384" providerId="LiveId" clId="{CC307291-EE9E-4864-B93A-ACA09E84EE32}" dt="2024-05-03T09:57:53.157" v="100"/>
        <pc:sldMkLst>
          <pc:docMk/>
          <pc:sldMk cId="884012301" sldId="292"/>
        </pc:sldMkLst>
        <pc:graphicFrameChg chg="del">
          <ac:chgData name="Sebastian SOSA" userId="f23f3ce18aa30384" providerId="LiveId" clId="{CC307291-EE9E-4864-B93A-ACA09E84EE32}" dt="2024-05-03T09:57:51.654" v="99" actId="478"/>
          <ac:graphicFrameMkLst>
            <pc:docMk/>
            <pc:sldMk cId="884012301" sldId="292"/>
            <ac:graphicFrameMk id="3" creationId="{74026994-691E-662C-0E42-61A74B561752}"/>
          </ac:graphicFrameMkLst>
        </pc:graphicFrameChg>
        <pc:graphicFrameChg chg="add mod">
          <ac:chgData name="Sebastian SOSA" userId="f23f3ce18aa30384" providerId="LiveId" clId="{CC307291-EE9E-4864-B93A-ACA09E84EE32}" dt="2024-05-03T09:57:53.157" v="100"/>
          <ac:graphicFrameMkLst>
            <pc:docMk/>
            <pc:sldMk cId="884012301" sldId="292"/>
            <ac:graphicFrameMk id="4" creationId="{974F8E5F-BE0C-01E2-AF42-5C3CD44ADEC0}"/>
          </ac:graphicFrameMkLst>
        </pc:graphicFrameChg>
      </pc:sldChg>
      <pc:sldChg chg="addSp delSp modSp add mod">
        <pc:chgData name="Sebastian SOSA" userId="f23f3ce18aa30384" providerId="LiveId" clId="{CC307291-EE9E-4864-B93A-ACA09E84EE32}" dt="2024-05-03T15:00:38.251" v="577" actId="20577"/>
        <pc:sldMkLst>
          <pc:docMk/>
          <pc:sldMk cId="548685327" sldId="293"/>
        </pc:sldMkLst>
        <pc:spChg chg="mod">
          <ac:chgData name="Sebastian SOSA" userId="f23f3ce18aa30384" providerId="LiveId" clId="{CC307291-EE9E-4864-B93A-ACA09E84EE32}" dt="2024-05-03T10:02:01.640" v="138" actId="313"/>
          <ac:spMkLst>
            <pc:docMk/>
            <pc:sldMk cId="548685327" sldId="293"/>
            <ac:spMk id="2" creationId="{C792DAF6-35E0-448A-BEE9-BE35C8E5A80C}"/>
          </ac:spMkLst>
        </pc:spChg>
        <pc:spChg chg="add del mod">
          <ac:chgData name="Sebastian SOSA" userId="f23f3ce18aa30384" providerId="LiveId" clId="{CC307291-EE9E-4864-B93A-ACA09E84EE32}" dt="2024-05-03T10:02:24.733" v="142"/>
          <ac:spMkLst>
            <pc:docMk/>
            <pc:sldMk cId="548685327" sldId="293"/>
            <ac:spMk id="3" creationId="{81FE26EB-B4F7-14C2-E298-727930FD3AFB}"/>
          </ac:spMkLst>
        </pc:spChg>
        <pc:spChg chg="add mod">
          <ac:chgData name="Sebastian SOSA" userId="f23f3ce18aa30384" providerId="LiveId" clId="{CC307291-EE9E-4864-B93A-ACA09E84EE32}" dt="2024-05-03T10:02:51.244" v="186" actId="1076"/>
          <ac:spMkLst>
            <pc:docMk/>
            <pc:sldMk cId="548685327" sldId="293"/>
            <ac:spMk id="5" creationId="{BCA1D52B-A7C8-7D44-2BE4-33C65A0C20C0}"/>
          </ac:spMkLst>
        </pc:spChg>
        <pc:spChg chg="add mod">
          <ac:chgData name="Sebastian SOSA" userId="f23f3ce18aa30384" providerId="LiveId" clId="{CC307291-EE9E-4864-B93A-ACA09E84EE32}" dt="2024-05-03T15:00:38.251" v="577" actId="20577"/>
          <ac:spMkLst>
            <pc:docMk/>
            <pc:sldMk cId="548685327" sldId="293"/>
            <ac:spMk id="8" creationId="{5E156E12-4BCF-CA8E-8368-E6921B78A41B}"/>
          </ac:spMkLst>
        </pc:spChg>
        <pc:graphicFrameChg chg="del">
          <ac:chgData name="Sebastian SOSA" userId="f23f3ce18aa30384" providerId="LiveId" clId="{CC307291-EE9E-4864-B93A-ACA09E84EE32}" dt="2024-05-03T09:58:59.294" v="102" actId="478"/>
          <ac:graphicFrameMkLst>
            <pc:docMk/>
            <pc:sldMk cId="548685327" sldId="293"/>
            <ac:graphicFrameMk id="4" creationId="{974F8E5F-BE0C-01E2-AF42-5C3CD44ADEC0}"/>
          </ac:graphicFrameMkLst>
        </pc:graphicFrameChg>
        <pc:picChg chg="add mod">
          <ac:chgData name="Sebastian SOSA" userId="f23f3ce18aa30384" providerId="LiveId" clId="{CC307291-EE9E-4864-B93A-ACA09E84EE32}" dt="2024-05-03T12:42:47.711" v="488" actId="1076"/>
          <ac:picMkLst>
            <pc:docMk/>
            <pc:sldMk cId="548685327" sldId="293"/>
            <ac:picMk id="7" creationId="{28F56959-13D2-399C-E13F-62A8BAF13166}"/>
          </ac:picMkLst>
        </pc:picChg>
      </pc:sldChg>
      <pc:sldChg chg="modSp mod">
        <pc:chgData name="Sebastian SOSA" userId="f23f3ce18aa30384" providerId="LiveId" clId="{CC307291-EE9E-4864-B93A-ACA09E84EE32}" dt="2024-05-19T12:06:00.183" v="929" actId="20577"/>
        <pc:sldMkLst>
          <pc:docMk/>
          <pc:sldMk cId="3507338961" sldId="294"/>
        </pc:sldMkLst>
        <pc:graphicFrameChg chg="modGraphic">
          <ac:chgData name="Sebastian SOSA" userId="f23f3ce18aa30384" providerId="LiveId" clId="{CC307291-EE9E-4864-B93A-ACA09E84EE32}" dt="2024-05-19T12:06:00.183" v="929" actId="20577"/>
          <ac:graphicFrameMkLst>
            <pc:docMk/>
            <pc:sldMk cId="3507338961" sldId="294"/>
            <ac:graphicFrameMk id="4" creationId="{A52CC3F6-B707-46FD-A0D8-7AF52366244C}"/>
          </ac:graphicFrameMkLst>
        </pc:graphicFrameChg>
      </pc:sldChg>
      <pc:sldChg chg="modSp mod">
        <pc:chgData name="Sebastian SOSA" userId="f23f3ce18aa30384" providerId="LiveId" clId="{CC307291-EE9E-4864-B93A-ACA09E84EE32}" dt="2024-05-19T12:01:39.384" v="894" actId="14100"/>
        <pc:sldMkLst>
          <pc:docMk/>
          <pc:sldMk cId="3061489701" sldId="295"/>
        </pc:sldMkLst>
        <pc:spChg chg="mod">
          <ac:chgData name="Sebastian SOSA" userId="f23f3ce18aa30384" providerId="LiveId" clId="{CC307291-EE9E-4864-B93A-ACA09E84EE32}" dt="2024-05-19T12:01:39.384" v="894" actId="14100"/>
          <ac:spMkLst>
            <pc:docMk/>
            <pc:sldMk cId="3061489701" sldId="295"/>
            <ac:spMk id="2" creationId="{259CACBC-04AD-41BA-A5F0-44E31AD084BF}"/>
          </ac:spMkLst>
        </pc:spChg>
      </pc:sldChg>
      <pc:sldChg chg="modSp mod">
        <pc:chgData name="Sebastian SOSA" userId="f23f3ce18aa30384" providerId="LiveId" clId="{CC307291-EE9E-4864-B93A-ACA09E84EE32}" dt="2024-05-19T12:04:04.582" v="917" actId="14100"/>
        <pc:sldMkLst>
          <pc:docMk/>
          <pc:sldMk cId="3960010151" sldId="296"/>
        </pc:sldMkLst>
        <pc:spChg chg="mod">
          <ac:chgData name="Sebastian SOSA" userId="f23f3ce18aa30384" providerId="LiveId" clId="{CC307291-EE9E-4864-B93A-ACA09E84EE32}" dt="2024-05-19T12:04:04.582" v="917" actId="14100"/>
          <ac:spMkLst>
            <pc:docMk/>
            <pc:sldMk cId="3960010151" sldId="296"/>
            <ac:spMk id="2" creationId="{259CACBC-04AD-41BA-A5F0-44E31AD084BF}"/>
          </ac:spMkLst>
        </pc:spChg>
      </pc:sldChg>
    </pc:docChg>
  </pc:docChgLst>
  <pc:docChgLst>
    <pc:chgData userId="f23f3ce18aa30384" providerId="LiveId" clId="{C84ED388-06C2-41F5-8617-9D540FD01142}"/>
    <pc:docChg chg="undo custSel addSld delSld modSld">
      <pc:chgData name="" userId="f23f3ce18aa30384" providerId="LiveId" clId="{C84ED388-06C2-41F5-8617-9D540FD01142}" dt="2024-05-21T08:28:34.018" v="380" actId="478"/>
      <pc:docMkLst>
        <pc:docMk/>
      </pc:docMkLst>
      <pc:sldChg chg="modNotesTx">
        <pc:chgData name="" userId="f23f3ce18aa30384" providerId="LiveId" clId="{C84ED388-06C2-41F5-8617-9D540FD01142}" dt="2024-05-21T07:20:15.767" v="316" actId="20577"/>
        <pc:sldMkLst>
          <pc:docMk/>
          <pc:sldMk cId="3544215364" sldId="258"/>
        </pc:sldMkLst>
      </pc:sldChg>
      <pc:sldChg chg="addSp delSp modSp delAnim modAnim">
        <pc:chgData name="" userId="f23f3ce18aa30384" providerId="LiveId" clId="{C84ED388-06C2-41F5-8617-9D540FD01142}" dt="2024-05-21T08:28:34.018" v="380" actId="478"/>
        <pc:sldMkLst>
          <pc:docMk/>
          <pc:sldMk cId="2542652978" sldId="261"/>
        </pc:sldMkLst>
        <pc:spChg chg="mod">
          <ac:chgData name="" userId="f23f3ce18aa30384" providerId="LiveId" clId="{C84ED388-06C2-41F5-8617-9D540FD01142}" dt="2024-05-21T08:26:17.573" v="366" actId="1076"/>
          <ac:spMkLst>
            <pc:docMk/>
            <pc:sldMk cId="2542652978" sldId="261"/>
            <ac:spMk id="3" creationId="{2C415444-C126-4754-AFA5-D008CDAF4537}"/>
          </ac:spMkLst>
        </pc:spChg>
        <pc:picChg chg="ord">
          <ac:chgData name="" userId="f23f3ce18aa30384" providerId="LiveId" clId="{C84ED388-06C2-41F5-8617-9D540FD01142}" dt="2024-05-21T08:27:17.012" v="375" actId="167"/>
          <ac:picMkLst>
            <pc:docMk/>
            <pc:sldMk cId="2542652978" sldId="261"/>
            <ac:picMk id="4" creationId="{3BCA4D94-642F-44F9-9A63-DEEE1DC9648B}"/>
          </ac:picMkLst>
        </pc:picChg>
        <pc:picChg chg="del">
          <ac:chgData name="" userId="f23f3ce18aa30384" providerId="LiveId" clId="{C84ED388-06C2-41F5-8617-9D540FD01142}" dt="2024-05-21T08:25:31.531" v="359" actId="478"/>
          <ac:picMkLst>
            <pc:docMk/>
            <pc:sldMk cId="2542652978" sldId="261"/>
            <ac:picMk id="5" creationId="{A9AAEC90-3481-4250-85DB-7CCD95D92776}"/>
          </ac:picMkLst>
        </pc:picChg>
        <pc:picChg chg="del mod">
          <ac:chgData name="" userId="f23f3ce18aa30384" providerId="LiveId" clId="{C84ED388-06C2-41F5-8617-9D540FD01142}" dt="2024-05-21T08:28:34.018" v="380" actId="478"/>
          <ac:picMkLst>
            <pc:docMk/>
            <pc:sldMk cId="2542652978" sldId="261"/>
            <ac:picMk id="6" creationId="{09C9D2C8-11BF-4B0D-8F9B-0B364C82557C}"/>
          </ac:picMkLst>
        </pc:picChg>
        <pc:picChg chg="ord">
          <ac:chgData name="" userId="f23f3ce18aa30384" providerId="LiveId" clId="{C84ED388-06C2-41F5-8617-9D540FD01142}" dt="2024-05-21T08:23:20.991" v="332" actId="167"/>
          <ac:picMkLst>
            <pc:docMk/>
            <pc:sldMk cId="2542652978" sldId="261"/>
            <ac:picMk id="7" creationId="{8A0D22CD-79D2-4F96-900D-E869C0DC4F89}"/>
          </ac:picMkLst>
        </pc:picChg>
        <pc:picChg chg="ord">
          <ac:chgData name="" userId="f23f3ce18aa30384" providerId="LiveId" clId="{C84ED388-06C2-41F5-8617-9D540FD01142}" dt="2024-05-21T08:23:19.200" v="331" actId="167"/>
          <ac:picMkLst>
            <pc:docMk/>
            <pc:sldMk cId="2542652978" sldId="261"/>
            <ac:picMk id="8" creationId="{8D9C0296-0232-481A-801E-166B088672BE}"/>
          </ac:picMkLst>
        </pc:picChg>
        <pc:picChg chg="add mod ord">
          <ac:chgData name="" userId="f23f3ce18aa30384" providerId="LiveId" clId="{C84ED388-06C2-41F5-8617-9D540FD01142}" dt="2024-05-21T08:27:11.789" v="374" actId="167"/>
          <ac:picMkLst>
            <pc:docMk/>
            <pc:sldMk cId="2542652978" sldId="261"/>
            <ac:picMk id="9" creationId="{F17BFC70-802C-40A9-ACB8-48D4B648CD46}"/>
          </ac:picMkLst>
        </pc:picChg>
        <pc:picChg chg="add mod modCrop">
          <ac:chgData name="" userId="f23f3ce18aa30384" providerId="LiveId" clId="{C84ED388-06C2-41F5-8617-9D540FD01142}" dt="2024-05-21T08:26:35.497" v="369" actId="1076"/>
          <ac:picMkLst>
            <pc:docMk/>
            <pc:sldMk cId="2542652978" sldId="261"/>
            <ac:picMk id="10" creationId="{69AD2733-14A3-4723-89CD-784C5CF646CE}"/>
          </ac:picMkLst>
        </pc:picChg>
      </pc:sldChg>
      <pc:sldChg chg="modSp modAnim modNotesTx">
        <pc:chgData name="" userId="f23f3ce18aa30384" providerId="LiveId" clId="{C84ED388-06C2-41F5-8617-9D540FD01142}" dt="2024-05-21T07:22:21.208" v="330" actId="20577"/>
        <pc:sldMkLst>
          <pc:docMk/>
          <pc:sldMk cId="1149406486" sldId="269"/>
        </pc:sldMkLst>
        <pc:spChg chg="mod">
          <ac:chgData name="" userId="f23f3ce18aa30384" providerId="LiveId" clId="{C84ED388-06C2-41F5-8617-9D540FD01142}" dt="2024-05-21T07:21:13.878" v="322" actId="1076"/>
          <ac:spMkLst>
            <pc:docMk/>
            <pc:sldMk cId="1149406486" sldId="269"/>
            <ac:spMk id="15" creationId="{B696DF1A-EA5E-4823-A114-8FA9A0185BD0}"/>
          </ac:spMkLst>
        </pc:spChg>
        <pc:spChg chg="mod">
          <ac:chgData name="" userId="f23f3ce18aa30384" providerId="LiveId" clId="{C84ED388-06C2-41F5-8617-9D540FD01142}" dt="2024-05-21T07:21:04.272" v="321" actId="1076"/>
          <ac:spMkLst>
            <pc:docMk/>
            <pc:sldMk cId="1149406486" sldId="269"/>
            <ac:spMk id="20" creationId="{F85A5A25-0802-4AA5-9273-B84067738827}"/>
          </ac:spMkLst>
        </pc:spChg>
        <pc:cxnChg chg="mod">
          <ac:chgData name="" userId="f23f3ce18aa30384" providerId="LiveId" clId="{C84ED388-06C2-41F5-8617-9D540FD01142}" dt="2024-05-21T07:21:04.272" v="321" actId="1076"/>
          <ac:cxnSpMkLst>
            <pc:docMk/>
            <pc:sldMk cId="1149406486" sldId="269"/>
            <ac:cxnSpMk id="29" creationId="{4EE7048C-02C9-4F6C-8E26-13B8CA9EE065}"/>
          </ac:cxnSpMkLst>
        </pc:cxnChg>
        <pc:cxnChg chg="mod">
          <ac:chgData name="" userId="f23f3ce18aa30384" providerId="LiveId" clId="{C84ED388-06C2-41F5-8617-9D540FD01142}" dt="2024-05-21T07:21:13.878" v="322" actId="1076"/>
          <ac:cxnSpMkLst>
            <pc:docMk/>
            <pc:sldMk cId="1149406486" sldId="269"/>
            <ac:cxnSpMk id="94" creationId="{57E2F921-08CC-4E7B-AFE1-6057FB62D601}"/>
          </ac:cxnSpMkLst>
        </pc:cxnChg>
        <pc:cxnChg chg="mod">
          <ac:chgData name="" userId="f23f3ce18aa30384" providerId="LiveId" clId="{C84ED388-06C2-41F5-8617-9D540FD01142}" dt="2024-05-21T07:21:13.878" v="322" actId="1076"/>
          <ac:cxnSpMkLst>
            <pc:docMk/>
            <pc:sldMk cId="1149406486" sldId="269"/>
            <ac:cxnSpMk id="95" creationId="{07D0D81D-5C73-480F-B0B5-FEC22CA6B23C}"/>
          </ac:cxnSpMkLst>
        </pc:cxnChg>
      </pc:sldChg>
      <pc:sldChg chg="addSp delSp modSp modAnim">
        <pc:chgData name="" userId="f23f3ce18aa30384" providerId="LiveId" clId="{C84ED388-06C2-41F5-8617-9D540FD01142}" dt="2024-05-21T07:17:56.309" v="103" actId="478"/>
        <pc:sldMkLst>
          <pc:docMk/>
          <pc:sldMk cId="4051512887" sldId="271"/>
        </pc:sldMkLst>
        <pc:picChg chg="add mod modCrop">
          <ac:chgData name="" userId="f23f3ce18aa30384" providerId="LiveId" clId="{C84ED388-06C2-41F5-8617-9D540FD01142}" dt="2024-05-21T07:17:40.777" v="99" actId="1076"/>
          <ac:picMkLst>
            <pc:docMk/>
            <pc:sldMk cId="4051512887" sldId="271"/>
            <ac:picMk id="7" creationId="{BB796275-35E8-4F09-AF09-02BD2E5251DE}"/>
          </ac:picMkLst>
        </pc:picChg>
        <pc:picChg chg="del">
          <ac:chgData name="" userId="f23f3ce18aa30384" providerId="LiveId" clId="{C84ED388-06C2-41F5-8617-9D540FD01142}" dt="2024-05-21T07:17:56.309" v="103" actId="478"/>
          <ac:picMkLst>
            <pc:docMk/>
            <pc:sldMk cId="4051512887" sldId="271"/>
            <ac:picMk id="2054" creationId="{99293D01-9254-48B9-AE10-5734893B2E8D}"/>
          </ac:picMkLst>
        </pc:picChg>
      </pc:sldChg>
      <pc:sldChg chg="modSp modNotesTx">
        <pc:chgData name="" userId="f23f3ce18aa30384" providerId="LiveId" clId="{C84ED388-06C2-41F5-8617-9D540FD01142}" dt="2024-05-20T11:43:55.522" v="93" actId="6549"/>
        <pc:sldMkLst>
          <pc:docMk/>
          <pc:sldMk cId="1391156194" sldId="301"/>
        </pc:sldMkLst>
        <pc:spChg chg="mod">
          <ac:chgData name="" userId="f23f3ce18aa30384" providerId="LiveId" clId="{C84ED388-06C2-41F5-8617-9D540FD01142}" dt="2024-05-20T11:43:34.296" v="57" actId="207"/>
          <ac:spMkLst>
            <pc:docMk/>
            <pc:sldMk cId="1391156194" sldId="301"/>
            <ac:spMk id="7" creationId="{2A0302B6-A4E4-405A-B392-C150978E4EBD}"/>
          </ac:spMkLst>
        </pc:spChg>
      </pc:sldChg>
      <pc:sldChg chg="addSp delSp modSp add del modAnim">
        <pc:chgData name="" userId="f23f3ce18aa30384" providerId="LiveId" clId="{C84ED388-06C2-41F5-8617-9D540FD01142}" dt="2024-05-20T11:28:12.925" v="56" actId="2696"/>
        <pc:sldMkLst>
          <pc:docMk/>
          <pc:sldMk cId="1477580952" sldId="302"/>
        </pc:sldMkLst>
        <pc:spChg chg="mod">
          <ac:chgData name="" userId="f23f3ce18aa30384" providerId="LiveId" clId="{C84ED388-06C2-41F5-8617-9D540FD01142}" dt="2024-05-20T11:26:13.371" v="24" actId="20577"/>
          <ac:spMkLst>
            <pc:docMk/>
            <pc:sldMk cId="1477580952" sldId="302"/>
            <ac:spMk id="2" creationId="{6EE78C12-75CB-40C5-B90A-2C4FCA80506B}"/>
          </ac:spMkLst>
        </pc:spChg>
        <pc:spChg chg="del">
          <ac:chgData name="" userId="f23f3ce18aa30384" providerId="LiveId" clId="{C84ED388-06C2-41F5-8617-9D540FD01142}" dt="2024-05-20T11:26:19.922" v="25" actId="478"/>
          <ac:spMkLst>
            <pc:docMk/>
            <pc:sldMk cId="1477580952" sldId="302"/>
            <ac:spMk id="3" creationId="{779FBE1E-8354-4317-9A18-B60E1CEAAE65}"/>
          </ac:spMkLst>
        </pc:spChg>
        <pc:picChg chg="add mod modCrop">
          <ac:chgData name="" userId="f23f3ce18aa30384" providerId="LiveId" clId="{C84ED388-06C2-41F5-8617-9D540FD01142}" dt="2024-05-20T11:27:28.879" v="51" actId="1076"/>
          <ac:picMkLst>
            <pc:docMk/>
            <pc:sldMk cId="1477580952" sldId="302"/>
            <ac:picMk id="1026" creationId="{9EC18806-B66A-45A2-842E-77D234AC19FD}"/>
          </ac:picMkLst>
        </pc:picChg>
        <pc:picChg chg="add mod ord">
          <ac:chgData name="" userId="f23f3ce18aa30384" providerId="LiveId" clId="{C84ED388-06C2-41F5-8617-9D540FD01142}" dt="2024-05-20T11:27:19.269" v="48" actId="167"/>
          <ac:picMkLst>
            <pc:docMk/>
            <pc:sldMk cId="1477580952" sldId="302"/>
            <ac:picMk id="1028" creationId="{96CDEA35-2FBD-45CC-95E7-97FE10CE0BF6}"/>
          </ac:picMkLst>
        </pc:picChg>
      </pc:sldChg>
    </pc:docChg>
  </pc:docChgLst>
  <pc:docChgLst>
    <pc:chgData userId="f23f3ce18aa30384" providerId="LiveId" clId="{2EF34070-E0CB-426E-BCB1-A42E29E3712F}"/>
    <pc:docChg chg="undo custSel addSld delSld modSld sldOrd">
      <pc:chgData name="" userId="f23f3ce18aa30384" providerId="LiveId" clId="{2EF34070-E0CB-426E-BCB1-A42E29E3712F}" dt="2024-04-23T13:07:26.578" v="4630"/>
      <pc:docMkLst>
        <pc:docMk/>
      </pc:docMkLst>
      <pc:sldChg chg="modSp modAnim">
        <pc:chgData name="" userId="f23f3ce18aa30384" providerId="LiveId" clId="{2EF34070-E0CB-426E-BCB1-A42E29E3712F}" dt="2024-04-22T12:22:36.231" v="4377"/>
        <pc:sldMkLst>
          <pc:docMk/>
          <pc:sldMk cId="3544215364" sldId="258"/>
        </pc:sldMkLst>
        <pc:spChg chg="mod">
          <ac:chgData name="" userId="f23f3ce18aa30384" providerId="LiveId" clId="{2EF34070-E0CB-426E-BCB1-A42E29E3712F}" dt="2024-04-22T12:22:30.590" v="4376" actId="20577"/>
          <ac:spMkLst>
            <pc:docMk/>
            <pc:sldMk cId="3544215364" sldId="258"/>
            <ac:spMk id="9" creationId="{CA2F84E0-C17F-4865-A704-CC848CF84528}"/>
          </ac:spMkLst>
        </pc:spChg>
      </pc:sldChg>
      <pc:sldChg chg="modSp modAnim">
        <pc:chgData name="" userId="f23f3ce18aa30384" providerId="LiveId" clId="{2EF34070-E0CB-426E-BCB1-A42E29E3712F}" dt="2024-04-22T12:25:19.603" v="4422" actId="20577"/>
        <pc:sldMkLst>
          <pc:docMk/>
          <pc:sldMk cId="963496533" sldId="259"/>
        </pc:sldMkLst>
        <pc:spChg chg="mod">
          <ac:chgData name="" userId="f23f3ce18aa30384" providerId="LiveId" clId="{2EF34070-E0CB-426E-BCB1-A42E29E3712F}" dt="2024-04-22T12:25:19.603" v="4422" actId="20577"/>
          <ac:spMkLst>
            <pc:docMk/>
            <pc:sldMk cId="963496533" sldId="259"/>
            <ac:spMk id="2" creationId="{71DE04A8-AB7E-4FC4-92F3-EBA5E7E136F0}"/>
          </ac:spMkLst>
        </pc:spChg>
        <pc:picChg chg="mod">
          <ac:chgData name="" userId="f23f3ce18aa30384" providerId="LiveId" clId="{2EF34070-E0CB-426E-BCB1-A42E29E3712F}" dt="2024-04-22T12:23:37.269" v="4382" actId="1076"/>
          <ac:picMkLst>
            <pc:docMk/>
            <pc:sldMk cId="963496533" sldId="259"/>
            <ac:picMk id="4" creationId="{2507EC3B-9AE9-4B7C-B947-711A47E7D550}"/>
          </ac:picMkLst>
        </pc:picChg>
        <pc:picChg chg="ord">
          <ac:chgData name="" userId="f23f3ce18aa30384" providerId="LiveId" clId="{2EF34070-E0CB-426E-BCB1-A42E29E3712F}" dt="2024-04-22T12:23:16.275" v="4379" actId="167"/>
          <ac:picMkLst>
            <pc:docMk/>
            <pc:sldMk cId="963496533" sldId="259"/>
            <ac:picMk id="6" creationId="{6C94AAD7-02C6-46A0-9FBF-9D0D0B72192D}"/>
          </ac:picMkLst>
        </pc:picChg>
      </pc:sldChg>
      <pc:sldChg chg="modSp">
        <pc:chgData name="" userId="f23f3ce18aa30384" providerId="LiveId" clId="{2EF34070-E0CB-426E-BCB1-A42E29E3712F}" dt="2024-04-22T12:26:02.795" v="4425" actId="167"/>
        <pc:sldMkLst>
          <pc:docMk/>
          <pc:sldMk cId="2542652978" sldId="261"/>
        </pc:sldMkLst>
        <pc:spChg chg="mod">
          <ac:chgData name="" userId="f23f3ce18aa30384" providerId="LiveId" clId="{2EF34070-E0CB-426E-BCB1-A42E29E3712F}" dt="2024-04-22T12:25:13.007" v="4419" actId="20577"/>
          <ac:spMkLst>
            <pc:docMk/>
            <pc:sldMk cId="2542652978" sldId="261"/>
            <ac:spMk id="2" creationId="{07238FEC-7E89-41DA-B4C5-E7287BC8D873}"/>
          </ac:spMkLst>
        </pc:spChg>
        <pc:picChg chg="mod ord">
          <ac:chgData name="" userId="f23f3ce18aa30384" providerId="LiveId" clId="{2EF34070-E0CB-426E-BCB1-A42E29E3712F}" dt="2024-04-22T12:26:02.795" v="4425" actId="167"/>
          <ac:picMkLst>
            <pc:docMk/>
            <pc:sldMk cId="2542652978" sldId="261"/>
            <ac:picMk id="6" creationId="{09C9D2C8-11BF-4B0D-8F9B-0B364C82557C}"/>
          </ac:picMkLst>
        </pc:picChg>
        <pc:picChg chg="ord">
          <ac:chgData name="" userId="f23f3ce18aa30384" providerId="LiveId" clId="{2EF34070-E0CB-426E-BCB1-A42E29E3712F}" dt="2024-04-22T12:25:43.170" v="4423" actId="167"/>
          <ac:picMkLst>
            <pc:docMk/>
            <pc:sldMk cId="2542652978" sldId="261"/>
            <ac:picMk id="8" creationId="{8D9C0296-0232-481A-801E-166B088672BE}"/>
          </ac:picMkLst>
        </pc:picChg>
      </pc:sldChg>
      <pc:sldChg chg="addSp delSp modSp add modAnim">
        <pc:chgData name="" userId="f23f3ce18aa30384" providerId="LiveId" clId="{2EF34070-E0CB-426E-BCB1-A42E29E3712F}" dt="2024-04-22T08:50:20.238" v="592" actId="207"/>
        <pc:sldMkLst>
          <pc:docMk/>
          <pc:sldMk cId="274994013" sldId="262"/>
        </pc:sldMkLst>
        <pc:spChg chg="mod">
          <ac:chgData name="" userId="f23f3ce18aa30384" providerId="LiveId" clId="{2EF34070-E0CB-426E-BCB1-A42E29E3712F}" dt="2024-04-22T08:50:20.238" v="592" actId="207"/>
          <ac:spMkLst>
            <pc:docMk/>
            <pc:sldMk cId="274994013" sldId="262"/>
            <ac:spMk id="2" creationId="{DF73DA3A-0C5D-4CFF-A632-29ED244D2D39}"/>
          </ac:spMkLst>
        </pc:spChg>
        <pc:spChg chg="del">
          <ac:chgData name="" userId="f23f3ce18aa30384" providerId="LiveId" clId="{2EF34070-E0CB-426E-BCB1-A42E29E3712F}" dt="2024-04-22T07:36:56.897" v="1" actId="478"/>
          <ac:spMkLst>
            <pc:docMk/>
            <pc:sldMk cId="274994013" sldId="262"/>
            <ac:spMk id="3" creationId="{C0AC9660-72E4-48EA-831C-72C6D7CF017D}"/>
          </ac:spMkLst>
        </pc:spChg>
        <pc:spChg chg="add del mod">
          <ac:chgData name="" userId="f23f3ce18aa30384" providerId="LiveId" clId="{2EF34070-E0CB-426E-BCB1-A42E29E3712F}" dt="2024-04-22T07:38:55.129" v="7" actId="478"/>
          <ac:spMkLst>
            <pc:docMk/>
            <pc:sldMk cId="274994013" sldId="262"/>
            <ac:spMk id="5" creationId="{CFC6F80C-641A-4439-ABD2-DC6162108A29}"/>
          </ac:spMkLst>
        </pc:spChg>
        <pc:spChg chg="add del mod">
          <ac:chgData name="" userId="f23f3ce18aa30384" providerId="LiveId" clId="{2EF34070-E0CB-426E-BCB1-A42E29E3712F}" dt="2024-04-22T07:44:35.030" v="11" actId="478"/>
          <ac:spMkLst>
            <pc:docMk/>
            <pc:sldMk cId="274994013" sldId="262"/>
            <ac:spMk id="6" creationId="{FEA11743-E16E-4599-8D77-B09CE7657912}"/>
          </ac:spMkLst>
        </pc:spChg>
        <pc:spChg chg="add del">
          <ac:chgData name="" userId="f23f3ce18aa30384" providerId="LiveId" clId="{2EF34070-E0CB-426E-BCB1-A42E29E3712F}" dt="2024-04-22T07:45:11.052" v="13" actId="478"/>
          <ac:spMkLst>
            <pc:docMk/>
            <pc:sldMk cId="274994013" sldId="262"/>
            <ac:spMk id="7" creationId="{71A66193-DBD3-47C7-8F2C-B7B4337E9151}"/>
          </ac:spMkLst>
        </pc:spChg>
        <pc:picChg chg="add del mod">
          <ac:chgData name="" userId="f23f3ce18aa30384" providerId="LiveId" clId="{2EF34070-E0CB-426E-BCB1-A42E29E3712F}" dt="2024-04-22T07:37:03.953" v="4" actId="478"/>
          <ac:picMkLst>
            <pc:docMk/>
            <pc:sldMk cId="274994013" sldId="262"/>
            <ac:picMk id="4" creationId="{A9CE4F4F-68F0-4911-A57A-3254AEF4E4FA}"/>
          </ac:picMkLst>
        </pc:picChg>
        <pc:picChg chg="add del mod">
          <ac:chgData name="" userId="f23f3ce18aa30384" providerId="LiveId" clId="{2EF34070-E0CB-426E-BCB1-A42E29E3712F}" dt="2024-04-22T07:45:51.652" v="16" actId="478"/>
          <ac:picMkLst>
            <pc:docMk/>
            <pc:sldMk cId="274994013" sldId="262"/>
            <ac:picMk id="8" creationId="{ECCA0A6D-801A-4975-9E0D-150ADD08E71A}"/>
          </ac:picMkLst>
        </pc:picChg>
        <pc:picChg chg="add mod">
          <ac:chgData name="" userId="f23f3ce18aa30384" providerId="LiveId" clId="{2EF34070-E0CB-426E-BCB1-A42E29E3712F}" dt="2024-04-22T07:49:08.844" v="33" actId="1076"/>
          <ac:picMkLst>
            <pc:docMk/>
            <pc:sldMk cId="274994013" sldId="262"/>
            <ac:picMk id="9" creationId="{723865C4-6544-454D-98AE-A5AECA6E301B}"/>
          </ac:picMkLst>
        </pc:picChg>
        <pc:picChg chg="add del">
          <ac:chgData name="" userId="f23f3ce18aa30384" providerId="LiveId" clId="{2EF34070-E0CB-426E-BCB1-A42E29E3712F}" dt="2024-04-22T07:49:03.051" v="31" actId="478"/>
          <ac:picMkLst>
            <pc:docMk/>
            <pc:sldMk cId="274994013" sldId="262"/>
            <ac:picMk id="10" creationId="{95BB871F-1064-4559-AC8F-69B305CA27DF}"/>
          </ac:picMkLst>
        </pc:picChg>
        <pc:picChg chg="add del mod">
          <ac:chgData name="" userId="f23f3ce18aa30384" providerId="LiveId" clId="{2EF34070-E0CB-426E-BCB1-A42E29E3712F}" dt="2024-04-22T07:49:02.507" v="30" actId="478"/>
          <ac:picMkLst>
            <pc:docMk/>
            <pc:sldMk cId="274994013" sldId="262"/>
            <ac:picMk id="11" creationId="{731D04CA-6C36-4DB8-BAB1-990BF99B0168}"/>
          </ac:picMkLst>
        </pc:picChg>
        <pc:picChg chg="add mod modCrop">
          <ac:chgData name="" userId="f23f3ce18aa30384" providerId="LiveId" clId="{2EF34070-E0CB-426E-BCB1-A42E29E3712F}" dt="2024-04-22T07:49:39.700" v="42" actId="732"/>
          <ac:picMkLst>
            <pc:docMk/>
            <pc:sldMk cId="274994013" sldId="262"/>
            <ac:picMk id="12" creationId="{E35901B4-612D-43B1-98C9-482DA6F544C0}"/>
          </ac:picMkLst>
        </pc:picChg>
        <pc:picChg chg="add del mod">
          <ac:chgData name="" userId="f23f3ce18aa30384" providerId="LiveId" clId="{2EF34070-E0CB-426E-BCB1-A42E29E3712F}" dt="2024-04-22T07:49:15.995" v="37" actId="478"/>
          <ac:picMkLst>
            <pc:docMk/>
            <pc:sldMk cId="274994013" sldId="262"/>
            <ac:picMk id="13" creationId="{23D5572F-EBBE-4157-94D8-EA360A20F8A7}"/>
          </ac:picMkLst>
        </pc:picChg>
        <pc:picChg chg="add mod modCrop">
          <ac:chgData name="" userId="f23f3ce18aa30384" providerId="LiveId" clId="{2EF34070-E0CB-426E-BCB1-A42E29E3712F}" dt="2024-04-22T07:49:31.534" v="41" actId="732"/>
          <ac:picMkLst>
            <pc:docMk/>
            <pc:sldMk cId="274994013" sldId="262"/>
            <ac:picMk id="14" creationId="{68DB29DB-4DC3-48AE-A859-0CF396BF63A7}"/>
          </ac:picMkLst>
        </pc:picChg>
      </pc:sldChg>
      <pc:sldChg chg="addSp delSp modSp add addAnim delAnim modAnim">
        <pc:chgData name="" userId="f23f3ce18aa30384" providerId="LiveId" clId="{2EF34070-E0CB-426E-BCB1-A42E29E3712F}" dt="2024-04-22T12:29:20.870" v="4452"/>
        <pc:sldMkLst>
          <pc:docMk/>
          <pc:sldMk cId="1329294470" sldId="263"/>
        </pc:sldMkLst>
        <pc:spChg chg="mod">
          <ac:chgData name="" userId="f23f3ce18aa30384" providerId="LiveId" clId="{2EF34070-E0CB-426E-BCB1-A42E29E3712F}" dt="2024-04-22T08:50:16.186" v="591" actId="207"/>
          <ac:spMkLst>
            <pc:docMk/>
            <pc:sldMk cId="1329294470" sldId="263"/>
            <ac:spMk id="2" creationId="{12D0A609-0F42-4687-A56D-710E0C13915E}"/>
          </ac:spMkLst>
        </pc:spChg>
        <pc:spChg chg="del">
          <ac:chgData name="" userId="f23f3ce18aa30384" providerId="LiveId" clId="{2EF34070-E0CB-426E-BCB1-A42E29E3712F}" dt="2024-04-22T07:50:27.906" v="46" actId="478"/>
          <ac:spMkLst>
            <pc:docMk/>
            <pc:sldMk cId="1329294470" sldId="263"/>
            <ac:spMk id="3" creationId="{E610C534-6AC4-47F3-A276-91871F5D5D45}"/>
          </ac:spMkLst>
        </pc:spChg>
        <pc:spChg chg="add mod">
          <ac:chgData name="" userId="f23f3ce18aa30384" providerId="LiveId" clId="{2EF34070-E0CB-426E-BCB1-A42E29E3712F}" dt="2024-04-22T07:54:11.483" v="115" actId="122"/>
          <ac:spMkLst>
            <pc:docMk/>
            <pc:sldMk cId="1329294470" sldId="263"/>
            <ac:spMk id="5" creationId="{5BE52069-1B85-4586-99B4-AB07C1471E1C}"/>
          </ac:spMkLst>
        </pc:spChg>
        <pc:spChg chg="add mod topLvl">
          <ac:chgData name="" userId="f23f3ce18aa30384" providerId="LiveId" clId="{2EF34070-E0CB-426E-BCB1-A42E29E3712F}" dt="2024-04-22T07:54:15.916" v="117" actId="122"/>
          <ac:spMkLst>
            <pc:docMk/>
            <pc:sldMk cId="1329294470" sldId="263"/>
            <ac:spMk id="7" creationId="{EA539D1D-FDE6-4BB6-BBB8-3C3AE945E48B}"/>
          </ac:spMkLst>
        </pc:spChg>
        <pc:spChg chg="mod topLvl">
          <ac:chgData name="" userId="f23f3ce18aa30384" providerId="LiveId" clId="{2EF34070-E0CB-426E-BCB1-A42E29E3712F}" dt="2024-04-22T07:55:34.438" v="139" actId="164"/>
          <ac:spMkLst>
            <pc:docMk/>
            <pc:sldMk cId="1329294470" sldId="263"/>
            <ac:spMk id="15" creationId="{EF5D93CF-65E5-4EBB-953F-17146605995A}"/>
          </ac:spMkLst>
        </pc:spChg>
        <pc:spChg chg="mod topLvl">
          <ac:chgData name="" userId="f23f3ce18aa30384" providerId="LiveId" clId="{2EF34070-E0CB-426E-BCB1-A42E29E3712F}" dt="2024-04-22T07:56:46.586" v="162" actId="164"/>
          <ac:spMkLst>
            <pc:docMk/>
            <pc:sldMk cId="1329294470" sldId="263"/>
            <ac:spMk id="21" creationId="{22AC7E91-4F20-4661-83B5-A1CB34506999}"/>
          </ac:spMkLst>
        </pc:spChg>
        <pc:spChg chg="mod topLvl">
          <ac:chgData name="" userId="f23f3ce18aa30384" providerId="LiveId" clId="{2EF34070-E0CB-426E-BCB1-A42E29E3712F}" dt="2024-04-22T07:58:28.254" v="186" actId="20577"/>
          <ac:spMkLst>
            <pc:docMk/>
            <pc:sldMk cId="1329294470" sldId="263"/>
            <ac:spMk id="28" creationId="{B8A254BC-F653-4899-A502-F768DC971751}"/>
          </ac:spMkLst>
        </pc:spChg>
        <pc:spChg chg="mod topLvl">
          <ac:chgData name="" userId="f23f3ce18aa30384" providerId="LiveId" clId="{2EF34070-E0CB-426E-BCB1-A42E29E3712F}" dt="2024-04-22T08:01:22.325" v="213" actId="164"/>
          <ac:spMkLst>
            <pc:docMk/>
            <pc:sldMk cId="1329294470" sldId="263"/>
            <ac:spMk id="34" creationId="{48F86B3D-E7A5-421A-B525-F9D15872164A}"/>
          </ac:spMkLst>
        </pc:spChg>
        <pc:spChg chg="mod topLvl">
          <ac:chgData name="" userId="f23f3ce18aa30384" providerId="LiveId" clId="{2EF34070-E0CB-426E-BCB1-A42E29E3712F}" dt="2024-04-22T08:03:25.070" v="233" actId="164"/>
          <ac:spMkLst>
            <pc:docMk/>
            <pc:sldMk cId="1329294470" sldId="263"/>
            <ac:spMk id="40" creationId="{5992C528-AD76-49F4-A2FC-F8428E33F2F3}"/>
          </ac:spMkLst>
        </pc:spChg>
        <pc:spChg chg="mod topLvl">
          <ac:chgData name="" userId="f23f3ce18aa30384" providerId="LiveId" clId="{2EF34070-E0CB-426E-BCB1-A42E29E3712F}" dt="2024-04-22T08:09:33.241" v="263" actId="313"/>
          <ac:spMkLst>
            <pc:docMk/>
            <pc:sldMk cId="1329294470" sldId="263"/>
            <ac:spMk id="46" creationId="{CB02F89B-2FB3-4F31-BC6D-5BB88C82E8EC}"/>
          </ac:spMkLst>
        </pc:spChg>
        <pc:grpChg chg="add del mod">
          <ac:chgData name="" userId="f23f3ce18aa30384" providerId="LiveId" clId="{2EF34070-E0CB-426E-BCB1-A42E29E3712F}" dt="2024-04-22T07:53:12.137" v="107" actId="478"/>
          <ac:grpSpMkLst>
            <pc:docMk/>
            <pc:sldMk cId="1329294470" sldId="263"/>
            <ac:grpSpMk id="9" creationId="{0539ED2C-44A1-45B9-8189-1583E7F53EE3}"/>
          </ac:grpSpMkLst>
        </pc:grpChg>
        <pc:grpChg chg="add mod">
          <ac:chgData name="" userId="f23f3ce18aa30384" providerId="LiveId" clId="{2EF34070-E0CB-426E-BCB1-A42E29E3712F}" dt="2024-04-22T07:54:56.012" v="127" actId="1076"/>
          <ac:grpSpMkLst>
            <pc:docMk/>
            <pc:sldMk cId="1329294470" sldId="263"/>
            <ac:grpSpMk id="11" creationId="{7195E13C-7D85-4110-8DEE-05EB4229610E}"/>
          </ac:grpSpMkLst>
        </pc:grpChg>
        <pc:grpChg chg="add mod">
          <ac:chgData name="" userId="f23f3ce18aa30384" providerId="LiveId" clId="{2EF34070-E0CB-426E-BCB1-A42E29E3712F}" dt="2024-04-22T07:54:07.797" v="114" actId="164"/>
          <ac:grpSpMkLst>
            <pc:docMk/>
            <pc:sldMk cId="1329294470" sldId="263"/>
            <ac:grpSpMk id="13" creationId="{0AA9A93E-E423-4F8D-BD91-FE56CA320459}"/>
          </ac:grpSpMkLst>
        </pc:grpChg>
        <pc:grpChg chg="add del mod">
          <ac:chgData name="" userId="f23f3ce18aa30384" providerId="LiveId" clId="{2EF34070-E0CB-426E-BCB1-A42E29E3712F}" dt="2024-04-22T07:55:26.058" v="137" actId="478"/>
          <ac:grpSpMkLst>
            <pc:docMk/>
            <pc:sldMk cId="1329294470" sldId="263"/>
            <ac:grpSpMk id="14" creationId="{F1852E04-6174-433D-93DC-2878A0A17815}"/>
          </ac:grpSpMkLst>
        </pc:grpChg>
        <pc:grpChg chg="add mod">
          <ac:chgData name="" userId="f23f3ce18aa30384" providerId="LiveId" clId="{2EF34070-E0CB-426E-BCB1-A42E29E3712F}" dt="2024-04-22T07:56:01.387" v="146" actId="1076"/>
          <ac:grpSpMkLst>
            <pc:docMk/>
            <pc:sldMk cId="1329294470" sldId="263"/>
            <ac:grpSpMk id="18" creationId="{8FDFC0F8-CF6A-4902-9BE5-A2C818B29445}"/>
          </ac:grpSpMkLst>
        </pc:grpChg>
        <pc:grpChg chg="add del mod">
          <ac:chgData name="" userId="f23f3ce18aa30384" providerId="LiveId" clId="{2EF34070-E0CB-426E-BCB1-A42E29E3712F}" dt="2024-04-22T07:56:37.321" v="159" actId="478"/>
          <ac:grpSpMkLst>
            <pc:docMk/>
            <pc:sldMk cId="1329294470" sldId="263"/>
            <ac:grpSpMk id="20" creationId="{983E1F69-AB76-4AC1-9341-1EDF0E15B312}"/>
          </ac:grpSpMkLst>
        </pc:grpChg>
        <pc:grpChg chg="add mod">
          <ac:chgData name="" userId="f23f3ce18aa30384" providerId="LiveId" clId="{2EF34070-E0CB-426E-BCB1-A42E29E3712F}" dt="2024-04-22T07:57:15.702" v="170" actId="1076"/>
          <ac:grpSpMkLst>
            <pc:docMk/>
            <pc:sldMk cId="1329294470" sldId="263"/>
            <ac:grpSpMk id="24" creationId="{DDA1FEE1-21CB-4FDA-93AE-03FF32958C1B}"/>
          </ac:grpSpMkLst>
        </pc:grpChg>
        <pc:grpChg chg="add del mod">
          <ac:chgData name="" userId="f23f3ce18aa30384" providerId="LiveId" clId="{2EF34070-E0CB-426E-BCB1-A42E29E3712F}" dt="2024-04-22T07:57:41.768" v="176" actId="478"/>
          <ac:grpSpMkLst>
            <pc:docMk/>
            <pc:sldMk cId="1329294470" sldId="263"/>
            <ac:grpSpMk id="27" creationId="{BD1E6B58-30DE-4056-A7B5-DEB95B964303}"/>
          </ac:grpSpMkLst>
        </pc:grpChg>
        <pc:grpChg chg="add mod">
          <ac:chgData name="" userId="f23f3ce18aa30384" providerId="LiveId" clId="{2EF34070-E0CB-426E-BCB1-A42E29E3712F}" dt="2024-04-22T07:59:14.862" v="191" actId="1076"/>
          <ac:grpSpMkLst>
            <pc:docMk/>
            <pc:sldMk cId="1329294470" sldId="263"/>
            <ac:grpSpMk id="30" creationId="{9358F3A5-67A2-4C8C-BF67-AF778FA4BD88}"/>
          </ac:grpSpMkLst>
        </pc:grpChg>
        <pc:grpChg chg="add del mod">
          <ac:chgData name="" userId="f23f3ce18aa30384" providerId="LiveId" clId="{2EF34070-E0CB-426E-BCB1-A42E29E3712F}" dt="2024-04-22T08:01:11.160" v="207" actId="478"/>
          <ac:grpSpMkLst>
            <pc:docMk/>
            <pc:sldMk cId="1329294470" sldId="263"/>
            <ac:grpSpMk id="32" creationId="{3536AD50-AC62-4124-9FB1-94A73D2E3FA2}"/>
          </ac:grpSpMkLst>
        </pc:grpChg>
        <pc:grpChg chg="add mod">
          <ac:chgData name="" userId="f23f3ce18aa30384" providerId="LiveId" clId="{2EF34070-E0CB-426E-BCB1-A42E29E3712F}" dt="2024-04-22T08:01:48.129" v="220" actId="1076"/>
          <ac:grpSpMkLst>
            <pc:docMk/>
            <pc:sldMk cId="1329294470" sldId="263"/>
            <ac:grpSpMk id="37" creationId="{859CF01C-DBD9-431F-8514-340E656515D0}"/>
          </ac:grpSpMkLst>
        </pc:grpChg>
        <pc:grpChg chg="add del mod">
          <ac:chgData name="" userId="f23f3ce18aa30384" providerId="LiveId" clId="{2EF34070-E0CB-426E-BCB1-A42E29E3712F}" dt="2024-04-22T08:02:34.966" v="223" actId="478"/>
          <ac:grpSpMkLst>
            <pc:docMk/>
            <pc:sldMk cId="1329294470" sldId="263"/>
            <ac:grpSpMk id="39" creationId="{597C4602-55B1-48B2-9710-1688A0EDD8DA}"/>
          </ac:grpSpMkLst>
        </pc:grpChg>
        <pc:grpChg chg="add mod">
          <ac:chgData name="" userId="f23f3ce18aa30384" providerId="LiveId" clId="{2EF34070-E0CB-426E-BCB1-A42E29E3712F}" dt="2024-04-22T08:03:39.759" v="236" actId="1076"/>
          <ac:grpSpMkLst>
            <pc:docMk/>
            <pc:sldMk cId="1329294470" sldId="263"/>
            <ac:grpSpMk id="43" creationId="{5F558B91-1BBB-4442-9D6C-DB3AD3A76F83}"/>
          </ac:grpSpMkLst>
        </pc:grpChg>
        <pc:grpChg chg="add del mod">
          <ac:chgData name="" userId="f23f3ce18aa30384" providerId="LiveId" clId="{2EF34070-E0CB-426E-BCB1-A42E29E3712F}" dt="2024-04-22T08:09:31.036" v="262" actId="478"/>
          <ac:grpSpMkLst>
            <pc:docMk/>
            <pc:sldMk cId="1329294470" sldId="263"/>
            <ac:grpSpMk id="45" creationId="{C1E5B2B0-63A6-45F3-B712-48EBA9673218}"/>
          </ac:grpSpMkLst>
        </pc:grpChg>
        <pc:picChg chg="add mod">
          <ac:chgData name="" userId="f23f3ce18aa30384" providerId="LiveId" clId="{2EF34070-E0CB-426E-BCB1-A42E29E3712F}" dt="2024-04-22T07:51:07.252" v="49" actId="1076"/>
          <ac:picMkLst>
            <pc:docMk/>
            <pc:sldMk cId="1329294470" sldId="263"/>
            <ac:picMk id="4" creationId="{147AB468-F2CB-4EC6-B29E-257285FA20C1}"/>
          </ac:picMkLst>
        </pc:picChg>
        <pc:picChg chg="add mod">
          <ac:chgData name="" userId="f23f3ce18aa30384" providerId="LiveId" clId="{2EF34070-E0CB-426E-BCB1-A42E29E3712F}" dt="2024-04-22T07:51:57.212" v="74" actId="1076"/>
          <ac:picMkLst>
            <pc:docMk/>
            <pc:sldMk cId="1329294470" sldId="263"/>
            <ac:picMk id="6" creationId="{017D5C34-FE36-486B-9701-B6A942D16FE1}"/>
          </ac:picMkLst>
        </pc:picChg>
        <pc:picChg chg="add del mod topLvl">
          <ac:chgData name="" userId="f23f3ce18aa30384" providerId="LiveId" clId="{2EF34070-E0CB-426E-BCB1-A42E29E3712F}" dt="2024-04-22T07:53:12.137" v="107" actId="478"/>
          <ac:picMkLst>
            <pc:docMk/>
            <pc:sldMk cId="1329294470" sldId="263"/>
            <ac:picMk id="8" creationId="{9BA0A89A-7F9C-4B48-8B3B-A4B42F69D68F}"/>
          </ac:picMkLst>
        </pc:picChg>
        <pc:picChg chg="add mod">
          <ac:chgData name="" userId="f23f3ce18aa30384" providerId="LiveId" clId="{2EF34070-E0CB-426E-BCB1-A42E29E3712F}" dt="2024-04-22T07:53:25.526" v="110" actId="164"/>
          <ac:picMkLst>
            <pc:docMk/>
            <pc:sldMk cId="1329294470" sldId="263"/>
            <ac:picMk id="10" creationId="{EB199459-DC01-4027-82DC-8925CC0152E8}"/>
          </ac:picMkLst>
        </pc:picChg>
        <pc:picChg chg="add mod">
          <ac:chgData name="" userId="f23f3ce18aa30384" providerId="LiveId" clId="{2EF34070-E0CB-426E-BCB1-A42E29E3712F}" dt="2024-04-22T07:54:19.877" v="118" actId="1076"/>
          <ac:picMkLst>
            <pc:docMk/>
            <pc:sldMk cId="1329294470" sldId="263"/>
            <ac:picMk id="12" creationId="{BD5A6704-41F4-4E05-89D9-56EEE9AA9C1F}"/>
          </ac:picMkLst>
        </pc:picChg>
        <pc:picChg chg="del topLvl">
          <ac:chgData name="" userId="f23f3ce18aa30384" providerId="LiveId" clId="{2EF34070-E0CB-426E-BCB1-A42E29E3712F}" dt="2024-04-22T07:55:26.058" v="137" actId="478"/>
          <ac:picMkLst>
            <pc:docMk/>
            <pc:sldMk cId="1329294470" sldId="263"/>
            <ac:picMk id="16" creationId="{89FDAD4C-C892-4AD1-89EE-F9FDDD3FB9BC}"/>
          </ac:picMkLst>
        </pc:picChg>
        <pc:picChg chg="add mod">
          <ac:chgData name="" userId="f23f3ce18aa30384" providerId="LiveId" clId="{2EF34070-E0CB-426E-BCB1-A42E29E3712F}" dt="2024-04-22T07:55:34.438" v="139" actId="164"/>
          <ac:picMkLst>
            <pc:docMk/>
            <pc:sldMk cId="1329294470" sldId="263"/>
            <ac:picMk id="17" creationId="{7A9EC287-716F-4FF0-B570-2910CA6DA2F4}"/>
          </ac:picMkLst>
        </pc:picChg>
        <pc:picChg chg="add mod">
          <ac:chgData name="" userId="f23f3ce18aa30384" providerId="LiveId" clId="{2EF34070-E0CB-426E-BCB1-A42E29E3712F}" dt="2024-04-22T07:55:47.190" v="143" actId="1076"/>
          <ac:picMkLst>
            <pc:docMk/>
            <pc:sldMk cId="1329294470" sldId="263"/>
            <ac:picMk id="19" creationId="{8BA9D520-75EE-4498-A139-67F859050DF6}"/>
          </ac:picMkLst>
        </pc:picChg>
        <pc:picChg chg="del topLvl">
          <ac:chgData name="" userId="f23f3ce18aa30384" providerId="LiveId" clId="{2EF34070-E0CB-426E-BCB1-A42E29E3712F}" dt="2024-04-22T07:56:37.321" v="159" actId="478"/>
          <ac:picMkLst>
            <pc:docMk/>
            <pc:sldMk cId="1329294470" sldId="263"/>
            <ac:picMk id="22" creationId="{DC3F0D1B-0AA2-48AC-8008-E38676427688}"/>
          </ac:picMkLst>
        </pc:picChg>
        <pc:picChg chg="add mod">
          <ac:chgData name="" userId="f23f3ce18aa30384" providerId="LiveId" clId="{2EF34070-E0CB-426E-BCB1-A42E29E3712F}" dt="2024-04-22T07:56:46.586" v="162" actId="164"/>
          <ac:picMkLst>
            <pc:docMk/>
            <pc:sldMk cId="1329294470" sldId="263"/>
            <ac:picMk id="23" creationId="{24D2A036-4761-4A05-9E41-BFBE56985D87}"/>
          </ac:picMkLst>
        </pc:picChg>
        <pc:picChg chg="add mod">
          <ac:chgData name="" userId="f23f3ce18aa30384" providerId="LiveId" clId="{2EF34070-E0CB-426E-BCB1-A42E29E3712F}" dt="2024-04-22T07:56:55.112" v="165" actId="1076"/>
          <ac:picMkLst>
            <pc:docMk/>
            <pc:sldMk cId="1329294470" sldId="263"/>
            <ac:picMk id="25" creationId="{A3643D0F-6DE1-473C-B4DF-8108C7D3EE5E}"/>
          </ac:picMkLst>
        </pc:picChg>
        <pc:picChg chg="add mod">
          <ac:chgData name="" userId="f23f3ce18aa30384" providerId="LiveId" clId="{2EF34070-E0CB-426E-BCB1-A42E29E3712F}" dt="2024-04-22T07:57:51.781" v="178" actId="164"/>
          <ac:picMkLst>
            <pc:docMk/>
            <pc:sldMk cId="1329294470" sldId="263"/>
            <ac:picMk id="26" creationId="{CEB9B1E0-5A50-40B7-AE69-4093846D6405}"/>
          </ac:picMkLst>
        </pc:picChg>
        <pc:picChg chg="del topLvl">
          <ac:chgData name="" userId="f23f3ce18aa30384" providerId="LiveId" clId="{2EF34070-E0CB-426E-BCB1-A42E29E3712F}" dt="2024-04-22T07:57:41.768" v="176" actId="478"/>
          <ac:picMkLst>
            <pc:docMk/>
            <pc:sldMk cId="1329294470" sldId="263"/>
            <ac:picMk id="29" creationId="{63394821-8039-4819-8356-9A779F68A368}"/>
          </ac:picMkLst>
        </pc:picChg>
        <pc:picChg chg="add mod">
          <ac:chgData name="" userId="f23f3ce18aa30384" providerId="LiveId" clId="{2EF34070-E0CB-426E-BCB1-A42E29E3712F}" dt="2024-04-22T07:59:03.276" v="188" actId="1076"/>
          <ac:picMkLst>
            <pc:docMk/>
            <pc:sldMk cId="1329294470" sldId="263"/>
            <ac:picMk id="31" creationId="{BB2E83FA-A27D-4120-A5D1-30416FA8E4F8}"/>
          </ac:picMkLst>
        </pc:picChg>
        <pc:picChg chg="del topLvl">
          <ac:chgData name="" userId="f23f3ce18aa30384" providerId="LiveId" clId="{2EF34070-E0CB-426E-BCB1-A42E29E3712F}" dt="2024-04-22T08:01:11.160" v="207" actId="478"/>
          <ac:picMkLst>
            <pc:docMk/>
            <pc:sldMk cId="1329294470" sldId="263"/>
            <ac:picMk id="33" creationId="{DB84F3A6-97FD-4864-877C-57A22E5874CD}"/>
          </ac:picMkLst>
        </pc:picChg>
        <pc:picChg chg="add del">
          <ac:chgData name="" userId="f23f3ce18aa30384" providerId="LiveId" clId="{2EF34070-E0CB-426E-BCB1-A42E29E3712F}" dt="2024-04-22T08:01:15.267" v="211" actId="478"/>
          <ac:picMkLst>
            <pc:docMk/>
            <pc:sldMk cId="1329294470" sldId="263"/>
            <ac:picMk id="35" creationId="{FD317FEA-F963-488A-A4EA-12246C3B9197}"/>
          </ac:picMkLst>
        </pc:picChg>
        <pc:picChg chg="add mod">
          <ac:chgData name="" userId="f23f3ce18aa30384" providerId="LiveId" clId="{2EF34070-E0CB-426E-BCB1-A42E29E3712F}" dt="2024-04-22T08:01:22.325" v="213" actId="164"/>
          <ac:picMkLst>
            <pc:docMk/>
            <pc:sldMk cId="1329294470" sldId="263"/>
            <ac:picMk id="36" creationId="{98548196-96E4-4184-BB0F-3E96EEC94A2D}"/>
          </ac:picMkLst>
        </pc:picChg>
        <pc:picChg chg="add mod">
          <ac:chgData name="" userId="f23f3ce18aa30384" providerId="LiveId" clId="{2EF34070-E0CB-426E-BCB1-A42E29E3712F}" dt="2024-04-22T08:01:35.833" v="217" actId="1076"/>
          <ac:picMkLst>
            <pc:docMk/>
            <pc:sldMk cId="1329294470" sldId="263"/>
            <ac:picMk id="38" creationId="{6AF6F323-CF7D-4A9D-9622-2BFCA6978092}"/>
          </ac:picMkLst>
        </pc:picChg>
        <pc:picChg chg="del topLvl">
          <ac:chgData name="" userId="f23f3ce18aa30384" providerId="LiveId" clId="{2EF34070-E0CB-426E-BCB1-A42E29E3712F}" dt="2024-04-22T08:02:34.966" v="223" actId="478"/>
          <ac:picMkLst>
            <pc:docMk/>
            <pc:sldMk cId="1329294470" sldId="263"/>
            <ac:picMk id="41" creationId="{A068486C-4427-44C3-9EE4-7D9B96A9CCBD}"/>
          </ac:picMkLst>
        </pc:picChg>
        <pc:picChg chg="add mod">
          <ac:chgData name="" userId="f23f3ce18aa30384" providerId="LiveId" clId="{2EF34070-E0CB-426E-BCB1-A42E29E3712F}" dt="2024-04-22T08:03:25.070" v="233" actId="164"/>
          <ac:picMkLst>
            <pc:docMk/>
            <pc:sldMk cId="1329294470" sldId="263"/>
            <ac:picMk id="42" creationId="{B32C84C9-D660-4F39-A885-BED13D662108}"/>
          </ac:picMkLst>
        </pc:picChg>
        <pc:picChg chg="add mod">
          <ac:chgData name="" userId="f23f3ce18aa30384" providerId="LiveId" clId="{2EF34070-E0CB-426E-BCB1-A42E29E3712F}" dt="2024-04-22T08:03:52.585" v="240" actId="1076"/>
          <ac:picMkLst>
            <pc:docMk/>
            <pc:sldMk cId="1329294470" sldId="263"/>
            <ac:picMk id="44" creationId="{BDDEE3B0-6DF1-4805-B4D4-B8DB638ED8D6}"/>
          </ac:picMkLst>
        </pc:picChg>
        <pc:picChg chg="del topLvl">
          <ac:chgData name="" userId="f23f3ce18aa30384" providerId="LiveId" clId="{2EF34070-E0CB-426E-BCB1-A42E29E3712F}" dt="2024-04-22T08:09:31.036" v="262" actId="478"/>
          <ac:picMkLst>
            <pc:docMk/>
            <pc:sldMk cId="1329294470" sldId="263"/>
            <ac:picMk id="47" creationId="{9EB2F97A-42B6-4081-ACAF-C2CBB9C6D641}"/>
          </ac:picMkLst>
        </pc:picChg>
      </pc:sldChg>
      <pc:sldChg chg="addSp delSp modSp add modAnim">
        <pc:chgData name="" userId="f23f3ce18aa30384" providerId="LiveId" clId="{2EF34070-E0CB-426E-BCB1-A42E29E3712F}" dt="2024-04-22T09:40:14.794" v="1374"/>
        <pc:sldMkLst>
          <pc:docMk/>
          <pc:sldMk cId="4091506473" sldId="264"/>
        </pc:sldMkLst>
        <pc:spChg chg="mod">
          <ac:chgData name="" userId="f23f3ce18aa30384" providerId="LiveId" clId="{2EF34070-E0CB-426E-BCB1-A42E29E3712F}" dt="2024-04-22T08:50:08.079" v="589" actId="207"/>
          <ac:spMkLst>
            <pc:docMk/>
            <pc:sldMk cId="4091506473" sldId="264"/>
            <ac:spMk id="2" creationId="{259CACBC-04AD-41BA-A5F0-44E31AD084BF}"/>
          </ac:spMkLst>
        </pc:spChg>
        <pc:spChg chg="del">
          <ac:chgData name="" userId="f23f3ce18aa30384" providerId="LiveId" clId="{2EF34070-E0CB-426E-BCB1-A42E29E3712F}" dt="2024-04-22T08:28:51.711" v="421" actId="478"/>
          <ac:spMkLst>
            <pc:docMk/>
            <pc:sldMk cId="4091506473" sldId="264"/>
            <ac:spMk id="3" creationId="{AAAD7F9D-35BF-4F5A-A407-66D6754D42A3}"/>
          </ac:spMkLst>
        </pc:spChg>
        <pc:spChg chg="add del mod">
          <ac:chgData name="" userId="f23f3ce18aa30384" providerId="LiveId" clId="{2EF34070-E0CB-426E-BCB1-A42E29E3712F}" dt="2024-04-22T08:31:11.653" v="425"/>
          <ac:spMkLst>
            <pc:docMk/>
            <pc:sldMk cId="4091506473" sldId="264"/>
            <ac:spMk id="4" creationId="{118B4F07-A77F-4F3F-856C-B3898BB06ABE}"/>
          </ac:spMkLst>
        </pc:spChg>
        <pc:spChg chg="add del mod">
          <ac:chgData name="" userId="f23f3ce18aa30384" providerId="LiveId" clId="{2EF34070-E0CB-426E-BCB1-A42E29E3712F}" dt="2024-04-22T08:33:03.790" v="428" actId="478"/>
          <ac:spMkLst>
            <pc:docMk/>
            <pc:sldMk cId="4091506473" sldId="264"/>
            <ac:spMk id="5" creationId="{4B168181-5F51-4320-AEA9-45A412C66846}"/>
          </ac:spMkLst>
        </pc:spChg>
        <pc:spChg chg="add del mod">
          <ac:chgData name="" userId="f23f3ce18aa30384" providerId="LiveId" clId="{2EF34070-E0CB-426E-BCB1-A42E29E3712F}" dt="2024-04-22T08:33:06.616" v="432"/>
          <ac:spMkLst>
            <pc:docMk/>
            <pc:sldMk cId="4091506473" sldId="264"/>
            <ac:spMk id="6" creationId="{4EE5A0C0-723F-41E8-A702-B58A912DB150}"/>
          </ac:spMkLst>
        </pc:spChg>
        <pc:spChg chg="add mod">
          <ac:chgData name="" userId="f23f3ce18aa30384" providerId="LiveId" clId="{2EF34070-E0CB-426E-BCB1-A42E29E3712F}" dt="2024-04-22T08:34:19.918" v="479" actId="1076"/>
          <ac:spMkLst>
            <pc:docMk/>
            <pc:sldMk cId="4091506473" sldId="264"/>
            <ac:spMk id="7" creationId="{2A0302B6-A4E4-405A-B392-C150978E4EBD}"/>
          </ac:spMkLst>
        </pc:spChg>
      </pc:sldChg>
      <pc:sldChg chg="delSp modSp add">
        <pc:chgData name="" userId="f23f3ce18aa30384" providerId="LiveId" clId="{2EF34070-E0CB-426E-BCB1-A42E29E3712F}" dt="2024-04-22T08:50:02.389" v="588" actId="14100"/>
        <pc:sldMkLst>
          <pc:docMk/>
          <pc:sldMk cId="1348948275" sldId="266"/>
        </pc:sldMkLst>
        <pc:spChg chg="mod">
          <ac:chgData name="" userId="f23f3ce18aa30384" providerId="LiveId" clId="{2EF34070-E0CB-426E-BCB1-A42E29E3712F}" dt="2024-04-22T08:50:02.389" v="588" actId="14100"/>
          <ac:spMkLst>
            <pc:docMk/>
            <pc:sldMk cId="1348948275" sldId="266"/>
            <ac:spMk id="2" creationId="{259CACBC-04AD-41BA-A5F0-44E31AD084BF}"/>
          </ac:spMkLst>
        </pc:spChg>
        <pc:spChg chg="del">
          <ac:chgData name="" userId="f23f3ce18aa30384" providerId="LiveId" clId="{2EF34070-E0CB-426E-BCB1-A42E29E3712F}" dt="2024-04-22T08:34:39.772" v="481" actId="478"/>
          <ac:spMkLst>
            <pc:docMk/>
            <pc:sldMk cId="1348948275" sldId="266"/>
            <ac:spMk id="7" creationId="{2A0302B6-A4E4-405A-B392-C150978E4EBD}"/>
          </ac:spMkLst>
        </pc:spChg>
      </pc:sldChg>
      <pc:sldChg chg="addSp delSp modSp add">
        <pc:chgData name="" userId="f23f3ce18aa30384" providerId="LiveId" clId="{2EF34070-E0CB-426E-BCB1-A42E29E3712F}" dt="2024-04-22T08:50:42.365" v="594" actId="1076"/>
        <pc:sldMkLst>
          <pc:docMk/>
          <pc:sldMk cId="1088711734" sldId="268"/>
        </pc:sldMkLst>
        <pc:spChg chg="mod">
          <ac:chgData name="" userId="f23f3ce18aa30384" providerId="LiveId" clId="{2EF34070-E0CB-426E-BCB1-A42E29E3712F}" dt="2024-04-22T08:49:57.578" v="586" actId="207"/>
          <ac:spMkLst>
            <pc:docMk/>
            <pc:sldMk cId="1088711734" sldId="268"/>
            <ac:spMk id="2" creationId="{C792DAF6-35E0-448A-BEE9-BE35C8E5A80C}"/>
          </ac:spMkLst>
        </pc:spChg>
        <pc:spChg chg="del">
          <ac:chgData name="" userId="f23f3ce18aa30384" providerId="LiveId" clId="{2EF34070-E0CB-426E-BCB1-A42E29E3712F}" dt="2024-04-22T08:49:20.822" v="574" actId="478"/>
          <ac:spMkLst>
            <pc:docMk/>
            <pc:sldMk cId="1088711734" sldId="268"/>
            <ac:spMk id="3" creationId="{8F793AF0-5192-4EC1-9367-77738B59C736}"/>
          </ac:spMkLst>
        </pc:spChg>
        <pc:graphicFrameChg chg="add del">
          <ac:chgData name="" userId="f23f3ce18aa30384" providerId="LiveId" clId="{2EF34070-E0CB-426E-BCB1-A42E29E3712F}" dt="2024-04-22T08:49:22.800" v="576"/>
          <ac:graphicFrameMkLst>
            <pc:docMk/>
            <pc:sldMk cId="1088711734" sldId="268"/>
            <ac:graphicFrameMk id="4" creationId="{39A5AE73-68E8-4481-A9C0-4AC04CBA6B0E}"/>
          </ac:graphicFrameMkLst>
        </pc:graphicFrameChg>
        <pc:graphicFrameChg chg="add mod modGraphic">
          <ac:chgData name="" userId="f23f3ce18aa30384" providerId="LiveId" clId="{2EF34070-E0CB-426E-BCB1-A42E29E3712F}" dt="2024-04-22T08:50:42.365" v="594" actId="1076"/>
          <ac:graphicFrameMkLst>
            <pc:docMk/>
            <pc:sldMk cId="1088711734" sldId="268"/>
            <ac:graphicFrameMk id="5" creationId="{85BB55C8-1F8B-4F59-B014-02390C9604DF}"/>
          </ac:graphicFrameMkLst>
        </pc:graphicFrameChg>
      </pc:sldChg>
      <pc:sldChg chg="addSp delSp modSp add addAnim delAnim modAnim modNotesTx">
        <pc:chgData name="" userId="f23f3ce18aa30384" providerId="LiveId" clId="{2EF34070-E0CB-426E-BCB1-A42E29E3712F}" dt="2024-04-22T12:33:16.264" v="4469"/>
        <pc:sldMkLst>
          <pc:docMk/>
          <pc:sldMk cId="1149406486" sldId="269"/>
        </pc:sldMkLst>
        <pc:spChg chg="mod">
          <ac:chgData name="" userId="f23f3ce18aa30384" providerId="LiveId" clId="{2EF34070-E0CB-426E-BCB1-A42E29E3712F}" dt="2024-04-22T12:31:33.703" v="4455"/>
          <ac:spMkLst>
            <pc:docMk/>
            <pc:sldMk cId="1149406486" sldId="269"/>
            <ac:spMk id="2" creationId="{0972A8EA-A08D-472C-ACCE-57430D38CE6D}"/>
          </ac:spMkLst>
        </pc:spChg>
        <pc:spChg chg="del">
          <ac:chgData name="" userId="f23f3ce18aa30384" providerId="LiveId" clId="{2EF34070-E0CB-426E-BCB1-A42E29E3712F}" dt="2024-04-22T08:50:55.653" v="601" actId="478"/>
          <ac:spMkLst>
            <pc:docMk/>
            <pc:sldMk cId="1149406486" sldId="269"/>
            <ac:spMk id="3" creationId="{8D4383CA-5204-4250-9021-21EC6C5B02ED}"/>
          </ac:spMkLst>
        </pc:spChg>
        <pc:spChg chg="add del mod">
          <ac:chgData name="" userId="f23f3ce18aa30384" providerId="LiveId" clId="{2EF34070-E0CB-426E-BCB1-A42E29E3712F}" dt="2024-04-22T09:30:15.786" v="1273" actId="1076"/>
          <ac:spMkLst>
            <pc:docMk/>
            <pc:sldMk cId="1149406486" sldId="269"/>
            <ac:spMk id="4" creationId="{D6B0113E-1FE0-4981-8A2F-729A8E5E0E2B}"/>
          </ac:spMkLst>
        </pc:spChg>
        <pc:spChg chg="add mod">
          <ac:chgData name="" userId="f23f3ce18aa30384" providerId="LiveId" clId="{2EF34070-E0CB-426E-BCB1-A42E29E3712F}" dt="2024-04-22T09:30:56.451" v="1277" actId="1076"/>
          <ac:spMkLst>
            <pc:docMk/>
            <pc:sldMk cId="1149406486" sldId="269"/>
            <ac:spMk id="5" creationId="{06A332DC-027E-4C42-8530-C0845C790ABA}"/>
          </ac:spMkLst>
        </pc:spChg>
        <pc:spChg chg="add del mod">
          <ac:chgData name="" userId="f23f3ce18aa30384" providerId="LiveId" clId="{2EF34070-E0CB-426E-BCB1-A42E29E3712F}" dt="2024-04-22T09:28:39.590" v="1246" actId="478"/>
          <ac:spMkLst>
            <pc:docMk/>
            <pc:sldMk cId="1149406486" sldId="269"/>
            <ac:spMk id="6" creationId="{FAF563B8-394D-44BF-9B81-B6E696CFB5CA}"/>
          </ac:spMkLst>
        </pc:spChg>
        <pc:spChg chg="add mod">
          <ac:chgData name="" userId="f23f3ce18aa30384" providerId="LiveId" clId="{2EF34070-E0CB-426E-BCB1-A42E29E3712F}" dt="2024-04-22T09:32:30.599" v="1292" actId="1076"/>
          <ac:spMkLst>
            <pc:docMk/>
            <pc:sldMk cId="1149406486" sldId="269"/>
            <ac:spMk id="7" creationId="{EBD19CCF-F3B9-4A25-A4B0-74FDD55E1DA7}"/>
          </ac:spMkLst>
        </pc:spChg>
        <pc:spChg chg="add mod">
          <ac:chgData name="" userId="f23f3ce18aa30384" providerId="LiveId" clId="{2EF34070-E0CB-426E-BCB1-A42E29E3712F}" dt="2024-04-22T09:32:41.248" v="1294" actId="1076"/>
          <ac:spMkLst>
            <pc:docMk/>
            <pc:sldMk cId="1149406486" sldId="269"/>
            <ac:spMk id="8" creationId="{EA82C910-C1FA-425E-AC43-7F96089649A3}"/>
          </ac:spMkLst>
        </pc:spChg>
        <pc:spChg chg="add mod">
          <ac:chgData name="" userId="f23f3ce18aa30384" providerId="LiveId" clId="{2EF34070-E0CB-426E-BCB1-A42E29E3712F}" dt="2024-04-22T09:32:20.093" v="1291" actId="1076"/>
          <ac:spMkLst>
            <pc:docMk/>
            <pc:sldMk cId="1149406486" sldId="269"/>
            <ac:spMk id="19" creationId="{A12639F0-1669-4A74-A3EC-65DF4147F6BE}"/>
          </ac:spMkLst>
        </pc:spChg>
        <pc:spChg chg="add mod">
          <ac:chgData name="" userId="f23f3ce18aa30384" providerId="LiveId" clId="{2EF34070-E0CB-426E-BCB1-A42E29E3712F}" dt="2024-04-22T09:32:17.710" v="1290" actId="1076"/>
          <ac:spMkLst>
            <pc:docMk/>
            <pc:sldMk cId="1149406486" sldId="269"/>
            <ac:spMk id="20" creationId="{F85A5A25-0802-4AA5-9273-B84067738827}"/>
          </ac:spMkLst>
        </pc:spChg>
        <pc:spChg chg="add">
          <ac:chgData name="" userId="f23f3ce18aa30384" providerId="LiveId" clId="{2EF34070-E0CB-426E-BCB1-A42E29E3712F}" dt="2024-04-22T09:30:22.706" v="1274"/>
          <ac:spMkLst>
            <pc:docMk/>
            <pc:sldMk cId="1149406486" sldId="269"/>
            <ac:spMk id="26" creationId="{BCB05E7E-7834-4D59-BCFF-7F9C76204A3E}"/>
          </ac:spMkLst>
        </pc:spChg>
        <pc:spChg chg="add mod">
          <ac:chgData name="" userId="f23f3ce18aa30384" providerId="LiveId" clId="{2EF34070-E0CB-426E-BCB1-A42E29E3712F}" dt="2024-04-22T12:31:56.495" v="4460" actId="207"/>
          <ac:spMkLst>
            <pc:docMk/>
            <pc:sldMk cId="1149406486" sldId="269"/>
            <ac:spMk id="45" creationId="{DAA0EAFE-E9E0-4D56-AFF8-E580AB873696}"/>
          </ac:spMkLst>
        </pc:spChg>
        <pc:picChg chg="add mod">
          <ac:chgData name="" userId="f23f3ce18aa30384" providerId="LiveId" clId="{2EF34070-E0CB-426E-BCB1-A42E29E3712F}" dt="2024-04-22T09:30:11.495" v="1272" actId="1076"/>
          <ac:picMkLst>
            <pc:docMk/>
            <pc:sldMk cId="1149406486" sldId="269"/>
            <ac:picMk id="4098" creationId="{E227F36F-AFB9-40A3-A9E5-36B301CBADCB}"/>
          </ac:picMkLst>
        </pc:picChg>
        <pc:cxnChg chg="add del mod">
          <ac:chgData name="" userId="f23f3ce18aa30384" providerId="LiveId" clId="{2EF34070-E0CB-426E-BCB1-A42E29E3712F}" dt="2024-04-22T09:30:08.048" v="1269" actId="478"/>
          <ac:cxnSpMkLst>
            <pc:docMk/>
            <pc:sldMk cId="1149406486" sldId="269"/>
            <ac:cxnSpMk id="10" creationId="{9461F444-1555-4AD5-8D95-D7439868544E}"/>
          </ac:cxnSpMkLst>
        </pc:cxnChg>
        <pc:cxnChg chg="add del mod">
          <ac:chgData name="" userId="f23f3ce18aa30384" providerId="LiveId" clId="{2EF34070-E0CB-426E-BCB1-A42E29E3712F}" dt="2024-04-22T09:30:08.955" v="1270" actId="478"/>
          <ac:cxnSpMkLst>
            <pc:docMk/>
            <pc:sldMk cId="1149406486" sldId="269"/>
            <ac:cxnSpMk id="12" creationId="{44D0082D-3E5A-4DCA-AE66-37CA8C8B33B7}"/>
          </ac:cxnSpMkLst>
        </pc:cxnChg>
        <pc:cxnChg chg="add del mod">
          <ac:chgData name="" userId="f23f3ce18aa30384" providerId="LiveId" clId="{2EF34070-E0CB-426E-BCB1-A42E29E3712F}" dt="2024-04-22T09:30:09.543" v="1271" actId="478"/>
          <ac:cxnSpMkLst>
            <pc:docMk/>
            <pc:sldMk cId="1149406486" sldId="269"/>
            <ac:cxnSpMk id="14" creationId="{70817279-9954-44D4-9AE3-310DFBC193A4}"/>
          </ac:cxnSpMkLst>
        </pc:cxnChg>
        <pc:cxnChg chg="add mod">
          <ac:chgData name="" userId="f23f3ce18aa30384" providerId="LiveId" clId="{2EF34070-E0CB-426E-BCB1-A42E29E3712F}" dt="2024-04-22T09:32:20.093" v="1291" actId="1076"/>
          <ac:cxnSpMkLst>
            <pc:docMk/>
            <pc:sldMk cId="1149406486" sldId="269"/>
            <ac:cxnSpMk id="27" creationId="{65C92DA6-FD60-4476-8CF7-18A536924F0E}"/>
          </ac:cxnSpMkLst>
        </pc:cxnChg>
        <pc:cxnChg chg="add mod">
          <ac:chgData name="" userId="f23f3ce18aa30384" providerId="LiveId" clId="{2EF34070-E0CB-426E-BCB1-A42E29E3712F}" dt="2024-04-22T09:32:17.710" v="1290" actId="1076"/>
          <ac:cxnSpMkLst>
            <pc:docMk/>
            <pc:sldMk cId="1149406486" sldId="269"/>
            <ac:cxnSpMk id="29" creationId="{4EE7048C-02C9-4F6C-8E26-13B8CA9EE065}"/>
          </ac:cxnSpMkLst>
        </pc:cxnChg>
        <pc:cxnChg chg="add mod">
          <ac:chgData name="" userId="f23f3ce18aa30384" providerId="LiveId" clId="{2EF34070-E0CB-426E-BCB1-A42E29E3712F}" dt="2024-04-22T09:31:27.860" v="1284" actId="11529"/>
          <ac:cxnSpMkLst>
            <pc:docMk/>
            <pc:sldMk cId="1149406486" sldId="269"/>
            <ac:cxnSpMk id="32" creationId="{98FA779A-26BE-4F69-B5ED-EA149011ACE6}"/>
          </ac:cxnSpMkLst>
        </pc:cxnChg>
        <pc:cxnChg chg="add mod">
          <ac:chgData name="" userId="f23f3ce18aa30384" providerId="LiveId" clId="{2EF34070-E0CB-426E-BCB1-A42E29E3712F}" dt="2024-04-22T09:32:30.599" v="1292" actId="1076"/>
          <ac:cxnSpMkLst>
            <pc:docMk/>
            <pc:sldMk cId="1149406486" sldId="269"/>
            <ac:cxnSpMk id="34" creationId="{40167BDD-E370-4F12-91D5-487F2BF31090}"/>
          </ac:cxnSpMkLst>
        </pc:cxnChg>
        <pc:cxnChg chg="add mod">
          <ac:chgData name="" userId="f23f3ce18aa30384" providerId="LiveId" clId="{2EF34070-E0CB-426E-BCB1-A42E29E3712F}" dt="2024-04-22T09:32:41.248" v="1294" actId="1076"/>
          <ac:cxnSpMkLst>
            <pc:docMk/>
            <pc:sldMk cId="1149406486" sldId="269"/>
            <ac:cxnSpMk id="36" creationId="{246F5C39-78E2-4179-A5C4-B2EF2720BE28}"/>
          </ac:cxnSpMkLst>
        </pc:cxnChg>
      </pc:sldChg>
      <pc:sldChg chg="add">
        <pc:chgData name="" userId="f23f3ce18aa30384" providerId="LiveId" clId="{2EF34070-E0CB-426E-BCB1-A42E29E3712F}" dt="2024-04-22T08:56:03.912" v="684"/>
        <pc:sldMkLst>
          <pc:docMk/>
          <pc:sldMk cId="4051512887" sldId="271"/>
        </pc:sldMkLst>
      </pc:sldChg>
      <pc:sldChg chg="addSp delSp modSp add modAnim modNotesTx">
        <pc:chgData name="" userId="f23f3ce18aa30384" providerId="LiveId" clId="{2EF34070-E0CB-426E-BCB1-A42E29E3712F}" dt="2024-04-22T09:37:55.856" v="1349"/>
        <pc:sldMkLst>
          <pc:docMk/>
          <pc:sldMk cId="2817716219" sldId="272"/>
        </pc:sldMkLst>
        <pc:spChg chg="del">
          <ac:chgData name="" userId="f23f3ce18aa30384" providerId="LiveId" clId="{2EF34070-E0CB-426E-BCB1-A42E29E3712F}" dt="2024-04-22T08:56:25.508" v="686" actId="478"/>
          <ac:spMkLst>
            <pc:docMk/>
            <pc:sldMk cId="2817716219" sldId="272"/>
            <ac:spMk id="2" creationId="{E25F0E00-EA33-4BDC-8509-EB352DE95FED}"/>
          </ac:spMkLst>
        </pc:spChg>
        <pc:spChg chg="del mod">
          <ac:chgData name="" userId="f23f3ce18aa30384" providerId="LiveId" clId="{2EF34070-E0CB-426E-BCB1-A42E29E3712F}" dt="2024-04-22T09:16:30.164" v="1108" actId="478"/>
          <ac:spMkLst>
            <pc:docMk/>
            <pc:sldMk cId="2817716219" sldId="272"/>
            <ac:spMk id="3" creationId="{45AF3E2A-DB8A-4679-8209-63ECAB54039D}"/>
          </ac:spMkLst>
        </pc:spChg>
        <pc:spChg chg="add mod">
          <ac:chgData name="" userId="f23f3ce18aa30384" providerId="LiveId" clId="{2EF34070-E0CB-426E-BCB1-A42E29E3712F}" dt="2024-04-22T08:58:51.466" v="735" actId="20577"/>
          <ac:spMkLst>
            <pc:docMk/>
            <pc:sldMk cId="2817716219" sldId="272"/>
            <ac:spMk id="4" creationId="{6BF3FB4C-BC2B-40FD-AC9A-A9D12B78A79B}"/>
          </ac:spMkLst>
        </pc:spChg>
        <pc:spChg chg="add del mod">
          <ac:chgData name="" userId="f23f3ce18aa30384" providerId="LiveId" clId="{2EF34070-E0CB-426E-BCB1-A42E29E3712F}" dt="2024-04-22T09:03:42.334" v="839"/>
          <ac:spMkLst>
            <pc:docMk/>
            <pc:sldMk cId="2817716219" sldId="272"/>
            <ac:spMk id="5" creationId="{EFFA6C8E-206E-402A-BC35-365F999802D2}"/>
          </ac:spMkLst>
        </pc:spChg>
        <pc:spChg chg="add del mod">
          <ac:chgData name="" userId="f23f3ce18aa30384" providerId="LiveId" clId="{2EF34070-E0CB-426E-BCB1-A42E29E3712F}" dt="2024-04-22T09:04:01.609" v="846" actId="478"/>
          <ac:spMkLst>
            <pc:docMk/>
            <pc:sldMk cId="2817716219" sldId="272"/>
            <ac:spMk id="6" creationId="{7D8AC860-AA25-4CEE-A32A-18A119C1EA8C}"/>
          </ac:spMkLst>
        </pc:spChg>
        <pc:spChg chg="add del mod">
          <ac:chgData name="" userId="f23f3ce18aa30384" providerId="LiveId" clId="{2EF34070-E0CB-426E-BCB1-A42E29E3712F}" dt="2024-04-22T09:17:27.148" v="1114" actId="478"/>
          <ac:spMkLst>
            <pc:docMk/>
            <pc:sldMk cId="2817716219" sldId="272"/>
            <ac:spMk id="7" creationId="{C462D9E5-3B72-4F0C-B187-5078C59A7EEE}"/>
          </ac:spMkLst>
        </pc:spChg>
        <pc:spChg chg="add del mod">
          <ac:chgData name="" userId="f23f3ce18aa30384" providerId="LiveId" clId="{2EF34070-E0CB-426E-BCB1-A42E29E3712F}" dt="2024-04-22T09:04:56.664" v="856" actId="478"/>
          <ac:spMkLst>
            <pc:docMk/>
            <pc:sldMk cId="2817716219" sldId="272"/>
            <ac:spMk id="8" creationId="{0E380166-5602-41D4-9354-2C97110F108C}"/>
          </ac:spMkLst>
        </pc:spChg>
        <pc:spChg chg="add del mod">
          <ac:chgData name="" userId="f23f3ce18aa30384" providerId="LiveId" clId="{2EF34070-E0CB-426E-BCB1-A42E29E3712F}" dt="2024-04-22T09:18:23.772" v="1123" actId="478"/>
          <ac:spMkLst>
            <pc:docMk/>
            <pc:sldMk cId="2817716219" sldId="272"/>
            <ac:spMk id="9" creationId="{C638FF57-D702-44EA-97B4-32A6EB466BE0}"/>
          </ac:spMkLst>
        </pc:spChg>
        <pc:spChg chg="add del mod">
          <ac:chgData name="" userId="f23f3ce18aa30384" providerId="LiveId" clId="{2EF34070-E0CB-426E-BCB1-A42E29E3712F}" dt="2024-04-22T09:09:00.383" v="881" actId="478"/>
          <ac:spMkLst>
            <pc:docMk/>
            <pc:sldMk cId="2817716219" sldId="272"/>
            <ac:spMk id="10" creationId="{33495B5A-E0AE-452A-B629-4DE76701E2C0}"/>
          </ac:spMkLst>
        </pc:spChg>
        <pc:spChg chg="add del mod">
          <ac:chgData name="" userId="f23f3ce18aa30384" providerId="LiveId" clId="{2EF34070-E0CB-426E-BCB1-A42E29E3712F}" dt="2024-04-22T09:06:29.529" v="858" actId="478"/>
          <ac:spMkLst>
            <pc:docMk/>
            <pc:sldMk cId="2817716219" sldId="272"/>
            <ac:spMk id="11" creationId="{7A7194A2-0862-4B52-88B7-C2CC60BF7D12}"/>
          </ac:spMkLst>
        </pc:spChg>
        <pc:spChg chg="add del mod">
          <ac:chgData name="" userId="f23f3ce18aa30384" providerId="LiveId" clId="{2EF34070-E0CB-426E-BCB1-A42E29E3712F}" dt="2024-04-22T09:22:27.935" v="1181"/>
          <ac:spMkLst>
            <pc:docMk/>
            <pc:sldMk cId="2817716219" sldId="272"/>
            <ac:spMk id="12" creationId="{B70C1478-8D8D-4E14-8F59-8DF468971769}"/>
          </ac:spMkLst>
        </pc:spChg>
        <pc:spChg chg="add del mod">
          <ac:chgData name="" userId="f23f3ce18aa30384" providerId="LiveId" clId="{2EF34070-E0CB-426E-BCB1-A42E29E3712F}" dt="2024-04-22T09:07:52.430" v="868"/>
          <ac:spMkLst>
            <pc:docMk/>
            <pc:sldMk cId="2817716219" sldId="272"/>
            <ac:spMk id="13" creationId="{5A5C9A41-418A-4E90-951C-6649F7F0E010}"/>
          </ac:spMkLst>
        </pc:spChg>
        <pc:spChg chg="add del mod">
          <ac:chgData name="" userId="f23f3ce18aa30384" providerId="LiveId" clId="{2EF34070-E0CB-426E-BCB1-A42E29E3712F}" dt="2024-04-22T09:15:39.861" v="1096" actId="478"/>
          <ac:spMkLst>
            <pc:docMk/>
            <pc:sldMk cId="2817716219" sldId="272"/>
            <ac:spMk id="14" creationId="{C588B744-4964-4718-921D-2A227EC441E1}"/>
          </ac:spMkLst>
        </pc:spChg>
        <pc:spChg chg="add mod">
          <ac:chgData name="" userId="f23f3ce18aa30384" providerId="LiveId" clId="{2EF34070-E0CB-426E-BCB1-A42E29E3712F}" dt="2024-04-22T09:03:08.721" v="834" actId="1076"/>
          <ac:spMkLst>
            <pc:docMk/>
            <pc:sldMk cId="2817716219" sldId="272"/>
            <ac:spMk id="15" creationId="{AF3BA940-C004-4CBA-B043-E6890C035B95}"/>
          </ac:spMkLst>
        </pc:spChg>
        <pc:spChg chg="add mod">
          <ac:chgData name="" userId="f23f3ce18aa30384" providerId="LiveId" clId="{2EF34070-E0CB-426E-BCB1-A42E29E3712F}" dt="2024-04-22T09:19:05.961" v="1134" actId="207"/>
          <ac:spMkLst>
            <pc:docMk/>
            <pc:sldMk cId="2817716219" sldId="272"/>
            <ac:spMk id="16" creationId="{3D4AA6B0-20BF-4EDF-8DC0-A4CADC7D1275}"/>
          </ac:spMkLst>
        </pc:spChg>
        <pc:spChg chg="add del mod">
          <ac:chgData name="" userId="f23f3ce18aa30384" providerId="LiveId" clId="{2EF34070-E0CB-426E-BCB1-A42E29E3712F}" dt="2024-04-22T09:21:16.748" v="1160"/>
          <ac:spMkLst>
            <pc:docMk/>
            <pc:sldMk cId="2817716219" sldId="272"/>
            <ac:spMk id="21" creationId="{C0901A1F-EBB4-4392-9E8E-D2C4ACFB3115}"/>
          </ac:spMkLst>
        </pc:spChg>
        <pc:spChg chg="add mod">
          <ac:chgData name="" userId="f23f3ce18aa30384" providerId="LiveId" clId="{2EF34070-E0CB-426E-BCB1-A42E29E3712F}" dt="2024-04-22T09:21:59.268" v="1171" actId="207"/>
          <ac:spMkLst>
            <pc:docMk/>
            <pc:sldMk cId="2817716219" sldId="272"/>
            <ac:spMk id="27" creationId="{0C552511-C646-4A9D-BE36-F4943E95D102}"/>
          </ac:spMkLst>
        </pc:spChg>
        <pc:spChg chg="add del mod">
          <ac:chgData name="" userId="f23f3ce18aa30384" providerId="LiveId" clId="{2EF34070-E0CB-426E-BCB1-A42E29E3712F}" dt="2024-04-22T09:22:01.921" v="1172" actId="207"/>
          <ac:spMkLst>
            <pc:docMk/>
            <pc:sldMk cId="2817716219" sldId="272"/>
            <ac:spMk id="30" creationId="{F6B6D463-5BE0-41C9-9413-E16204D11F93}"/>
          </ac:spMkLst>
        </pc:spChg>
        <pc:spChg chg="add mod">
          <ac:chgData name="" userId="f23f3ce18aa30384" providerId="LiveId" clId="{2EF34070-E0CB-426E-BCB1-A42E29E3712F}" dt="2024-04-22T09:22:27.460" v="1179" actId="207"/>
          <ac:spMkLst>
            <pc:docMk/>
            <pc:sldMk cId="2817716219" sldId="272"/>
            <ac:spMk id="36" creationId="{BCF250DC-FC53-4974-934E-27F1DA457009}"/>
          </ac:spMkLst>
        </pc:spChg>
        <pc:spChg chg="add mod">
          <ac:chgData name="" userId="f23f3ce18aa30384" providerId="LiveId" clId="{2EF34070-E0CB-426E-BCB1-A42E29E3712F}" dt="2024-04-22T09:22:24.683" v="1178" actId="207"/>
          <ac:spMkLst>
            <pc:docMk/>
            <pc:sldMk cId="2817716219" sldId="272"/>
            <ac:spMk id="47" creationId="{BDC22925-625F-4817-A158-9797EFEA1F83}"/>
          </ac:spMkLst>
        </pc:spChg>
        <pc:spChg chg="add mod">
          <ac:chgData name="" userId="f23f3ce18aa30384" providerId="LiveId" clId="{2EF34070-E0CB-426E-BCB1-A42E29E3712F}" dt="2024-04-22T09:22:21.679" v="1177" actId="207"/>
          <ac:spMkLst>
            <pc:docMk/>
            <pc:sldMk cId="2817716219" sldId="272"/>
            <ac:spMk id="52" creationId="{03499AB9-5CAC-4961-B6F8-D67F8A7710C2}"/>
          </ac:spMkLst>
        </pc:spChg>
        <pc:spChg chg="add mod">
          <ac:chgData name="" userId="f23f3ce18aa30384" providerId="LiveId" clId="{2EF34070-E0CB-426E-BCB1-A42E29E3712F}" dt="2024-04-22T09:22:19.218" v="1176" actId="207"/>
          <ac:spMkLst>
            <pc:docMk/>
            <pc:sldMk cId="2817716219" sldId="272"/>
            <ac:spMk id="56" creationId="{25B33351-2356-45AA-B9EF-02237BCBC24E}"/>
          </ac:spMkLst>
        </pc:spChg>
        <pc:spChg chg="add mod">
          <ac:chgData name="" userId="f23f3ce18aa30384" providerId="LiveId" clId="{2EF34070-E0CB-426E-BCB1-A42E29E3712F}" dt="2024-04-22T09:22:05.362" v="1173" actId="207"/>
          <ac:spMkLst>
            <pc:docMk/>
            <pc:sldMk cId="2817716219" sldId="272"/>
            <ac:spMk id="59" creationId="{4DB0527F-C2CD-480A-957E-7BC35A63535E}"/>
          </ac:spMkLst>
        </pc:sp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18" creationId="{DE686DA8-3154-40D6-BF71-3630E99D4AA7}"/>
          </ac:cxnSpMkLst>
        </pc:cxnChg>
        <pc:cxnChg chg="add del mod">
          <ac:chgData name="" userId="f23f3ce18aa30384" providerId="LiveId" clId="{2EF34070-E0CB-426E-BCB1-A42E29E3712F}" dt="2024-04-22T09:21:16.747" v="1158" actId="478"/>
          <ac:cxnSpMkLst>
            <pc:docMk/>
            <pc:sldMk cId="2817716219" sldId="272"/>
            <ac:cxnSpMk id="23" creationId="{5907EEAC-E722-4034-B9D7-7BD6309DC231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29" creationId="{7C2931B5-96EA-4BE7-ACFF-F17F3AE85760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34" creationId="{5B73A7BF-9ABD-4F41-B38C-93E112051982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38" creationId="{DFBB7354-5AD7-45E1-862B-292946F0ED13}"/>
          </ac:cxnSpMkLst>
        </pc:cxnChg>
        <pc:cxnChg chg="add mod">
          <ac:chgData name="" userId="f23f3ce18aa30384" providerId="LiveId" clId="{2EF34070-E0CB-426E-BCB1-A42E29E3712F}" dt="2024-04-22T09:20:15.232" v="1147" actId="1076"/>
          <ac:cxnSpMkLst>
            <pc:docMk/>
            <pc:sldMk cId="2817716219" sldId="272"/>
            <ac:cxnSpMk id="49" creationId="{EB65F395-FD30-4EA8-AA42-F2EC1B367BF1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54" creationId="{5637CA87-0042-4886-8719-576B52858C11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58" creationId="{5E77DF20-F612-4BBC-BD1B-3A2233EC8B69}"/>
          </ac:cxnSpMkLst>
        </pc:cxnChg>
        <pc:cxnChg chg="add mod">
          <ac:chgData name="" userId="f23f3ce18aa30384" providerId="LiveId" clId="{2EF34070-E0CB-426E-BCB1-A42E29E3712F}" dt="2024-04-22T09:22:37.883" v="1182" actId="13822"/>
          <ac:cxnSpMkLst>
            <pc:docMk/>
            <pc:sldMk cId="2817716219" sldId="272"/>
            <ac:cxnSpMk id="61" creationId="{208E3E03-D562-445C-9FBB-D7B7E5AFD2E4}"/>
          </ac:cxnSpMkLst>
        </pc:cxnChg>
      </pc:sldChg>
      <pc:sldChg chg="add modAnim">
        <pc:chgData name="" userId="f23f3ce18aa30384" providerId="LiveId" clId="{2EF34070-E0CB-426E-BCB1-A42E29E3712F}" dt="2024-04-22T12:34:08.235" v="4470"/>
        <pc:sldMkLst>
          <pc:docMk/>
          <pc:sldMk cId="3525579750" sldId="273"/>
        </pc:sldMkLst>
      </pc:sldChg>
      <pc:sldChg chg="modSp add">
        <pc:chgData name="" userId="f23f3ce18aa30384" providerId="LiveId" clId="{2EF34070-E0CB-426E-BCB1-A42E29E3712F}" dt="2024-04-22T12:34:46.163" v="4482" actId="20577"/>
        <pc:sldMkLst>
          <pc:docMk/>
          <pc:sldMk cId="1761312151" sldId="275"/>
        </pc:sldMkLst>
        <pc:graphicFrameChg chg="modGraphic">
          <ac:chgData name="" userId="f23f3ce18aa30384" providerId="LiveId" clId="{2EF34070-E0CB-426E-BCB1-A42E29E3712F}" dt="2024-04-22T12:34:46.163" v="4482" actId="20577"/>
          <ac:graphicFrameMkLst>
            <pc:docMk/>
            <pc:sldMk cId="1761312151" sldId="275"/>
            <ac:graphicFrameMk id="5" creationId="{85BB55C8-1F8B-4F59-B014-02390C9604DF}"/>
          </ac:graphicFrameMkLst>
        </pc:graphicFrameChg>
      </pc:sldChg>
      <pc:sldChg chg="addSp delSp modSp add delAnim modAnim modNotesTx">
        <pc:chgData name="" userId="f23f3ce18aa30384" providerId="LiveId" clId="{2EF34070-E0CB-426E-BCB1-A42E29E3712F}" dt="2024-04-22T09:50:12.807" v="1627" actId="20577"/>
        <pc:sldMkLst>
          <pc:docMk/>
          <pc:sldMk cId="2385027699" sldId="276"/>
        </pc:sldMkLst>
        <pc:spChg chg="mod">
          <ac:chgData name="" userId="f23f3ce18aa30384" providerId="LiveId" clId="{2EF34070-E0CB-426E-BCB1-A42E29E3712F}" dt="2024-04-22T09:47:26.993" v="1508"/>
          <ac:spMkLst>
            <pc:docMk/>
            <pc:sldMk cId="2385027699" sldId="276"/>
            <ac:spMk id="2" creationId="{0972A8EA-A08D-472C-ACCE-57430D38CE6D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4" creationId="{D6B0113E-1FE0-4981-8A2F-729A8E5E0E2B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5" creationId="{06A332DC-027E-4C42-8530-C0845C790ABA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7" creationId="{EBD19CCF-F3B9-4A25-A4B0-74FDD55E1DA7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8" creationId="{EA82C910-C1FA-425E-AC43-7F96089649A3}"/>
          </ac:spMkLst>
        </pc:spChg>
        <pc:spChg chg="add mod">
          <ac:chgData name="" userId="f23f3ce18aa30384" providerId="LiveId" clId="{2EF34070-E0CB-426E-BCB1-A42E29E3712F}" dt="2024-04-22T09:45:01.376" v="1488" actId="1076"/>
          <ac:spMkLst>
            <pc:docMk/>
            <pc:sldMk cId="2385027699" sldId="276"/>
            <ac:spMk id="9" creationId="{26C33AED-F49B-400B-BE9F-A6184CFDC316}"/>
          </ac:spMkLst>
        </pc:spChg>
        <pc:spChg chg="add mod">
          <ac:chgData name="" userId="f23f3ce18aa30384" providerId="LiveId" clId="{2EF34070-E0CB-426E-BCB1-A42E29E3712F}" dt="2024-04-22T09:47:46.495" v="1512" actId="1076"/>
          <ac:spMkLst>
            <pc:docMk/>
            <pc:sldMk cId="2385027699" sldId="276"/>
            <ac:spMk id="11" creationId="{C737C254-F873-40DD-9183-7EFFC1D0F1D3}"/>
          </ac:spMkLst>
        </pc:spChg>
        <pc:spChg chg="add del mod">
          <ac:chgData name="" userId="f23f3ce18aa30384" providerId="LiveId" clId="{2EF34070-E0CB-426E-BCB1-A42E29E3712F}" dt="2024-04-22T09:49:48.725" v="1616" actId="478"/>
          <ac:spMkLst>
            <pc:docMk/>
            <pc:sldMk cId="2385027699" sldId="276"/>
            <ac:spMk id="12" creationId="{94D3F6A1-2309-468E-B808-72951577DAE2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19" creationId="{A12639F0-1669-4A74-A3EC-65DF4147F6BE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20" creationId="{F85A5A25-0802-4AA5-9273-B84067738827}"/>
          </ac:spMkLst>
        </pc:spChg>
        <pc:spChg chg="add mod">
          <ac:chgData name="" userId="f23f3ce18aa30384" providerId="LiveId" clId="{2EF34070-E0CB-426E-BCB1-A42E29E3712F}" dt="2024-04-22T09:45:06.307" v="1489" actId="1076"/>
          <ac:spMkLst>
            <pc:docMk/>
            <pc:sldMk cId="2385027699" sldId="276"/>
            <ac:spMk id="21" creationId="{8627A14C-42D5-414B-87C4-3FAE838D8D1B}"/>
          </ac:spMkLst>
        </pc:spChg>
        <pc:spChg chg="add mod">
          <ac:chgData name="" userId="f23f3ce18aa30384" providerId="LiveId" clId="{2EF34070-E0CB-426E-BCB1-A42E29E3712F}" dt="2024-04-22T09:45:11.431" v="1490" actId="1076"/>
          <ac:spMkLst>
            <pc:docMk/>
            <pc:sldMk cId="2385027699" sldId="276"/>
            <ac:spMk id="22" creationId="{42B83216-E630-44E6-AFC3-782D87C35BD8}"/>
          </ac:spMkLst>
        </pc:spChg>
        <pc:spChg chg="del">
          <ac:chgData name="" userId="f23f3ce18aa30384" providerId="LiveId" clId="{2EF34070-E0CB-426E-BCB1-A42E29E3712F}" dt="2024-04-22T09:41:25.332" v="1385" actId="478"/>
          <ac:spMkLst>
            <pc:docMk/>
            <pc:sldMk cId="2385027699" sldId="276"/>
            <ac:spMk id="26" creationId="{BCB05E7E-7834-4D59-BCFF-7F9C76204A3E}"/>
          </ac:spMkLst>
        </pc:spChg>
        <pc:grpChg chg="add mod">
          <ac:chgData name="" userId="f23f3ce18aa30384" providerId="LiveId" clId="{2EF34070-E0CB-426E-BCB1-A42E29E3712F}" dt="2024-04-22T09:46:45.176" v="1504" actId="1076"/>
          <ac:grpSpMkLst>
            <pc:docMk/>
            <pc:sldMk cId="2385027699" sldId="276"/>
            <ac:grpSpMk id="10" creationId="{D06D609E-9D49-4366-BC73-FB6870119804}"/>
          </ac:grpSpMkLst>
        </pc:grpChg>
        <pc:picChg chg="add mod">
          <ac:chgData name="" userId="f23f3ce18aa30384" providerId="LiveId" clId="{2EF34070-E0CB-426E-BCB1-A42E29E3712F}" dt="2024-04-22T09:44:49.203" v="1486" actId="14100"/>
          <ac:picMkLst>
            <pc:docMk/>
            <pc:sldMk cId="2385027699" sldId="276"/>
            <ac:picMk id="3" creationId="{BBABC612-5E70-45C8-8897-489F4E893342}"/>
          </ac:picMkLst>
        </pc:picChg>
        <pc:picChg chg="add mod">
          <ac:chgData name="" userId="f23f3ce18aa30384" providerId="LiveId" clId="{2EF34070-E0CB-426E-BCB1-A42E29E3712F}" dt="2024-04-22T09:44:56.669" v="1487" actId="1076"/>
          <ac:picMkLst>
            <pc:docMk/>
            <pc:sldMk cId="2385027699" sldId="276"/>
            <ac:picMk id="6" creationId="{D408ECF2-82F5-4CC5-9BF0-AC1C3DFECB92}"/>
          </ac:picMkLst>
        </pc:picChg>
        <pc:picChg chg="add mod modCrop">
          <ac:chgData name="" userId="f23f3ce18aa30384" providerId="LiveId" clId="{2EF34070-E0CB-426E-BCB1-A42E29E3712F}" dt="2024-04-22T09:46:31.110" v="1501" actId="164"/>
          <ac:picMkLst>
            <pc:docMk/>
            <pc:sldMk cId="2385027699" sldId="276"/>
            <ac:picMk id="23" creationId="{BA329BB9-9B08-4191-A8ED-87FC9C981718}"/>
          </ac:picMkLst>
        </pc:picChg>
        <pc:picChg chg="add mod modCrop">
          <ac:chgData name="" userId="f23f3ce18aa30384" providerId="LiveId" clId="{2EF34070-E0CB-426E-BCB1-A42E29E3712F}" dt="2024-04-22T09:46:40.183" v="1503" actId="1076"/>
          <ac:picMkLst>
            <pc:docMk/>
            <pc:sldMk cId="2385027699" sldId="276"/>
            <ac:picMk id="24" creationId="{D5EB964E-258A-4FD6-BB19-3EBFC647E6A5}"/>
          </ac:picMkLst>
        </pc:picChg>
        <pc:picChg chg="del">
          <ac:chgData name="" userId="f23f3ce18aa30384" providerId="LiveId" clId="{2EF34070-E0CB-426E-BCB1-A42E29E3712F}" dt="2024-04-22T09:41:25.332" v="1385" actId="478"/>
          <ac:picMkLst>
            <pc:docMk/>
            <pc:sldMk cId="2385027699" sldId="276"/>
            <ac:picMk id="4098" creationId="{E227F36F-AFB9-40A3-A9E5-36B301CBADCB}"/>
          </ac:picMkLst>
        </pc:picChg>
        <pc:cxnChg chg="del mod">
          <ac:chgData name="" userId="f23f3ce18aa30384" providerId="LiveId" clId="{2EF34070-E0CB-426E-BCB1-A42E29E3712F}" dt="2024-04-22T09:41:25.332" v="1385" actId="478"/>
          <ac:cxnSpMkLst>
            <pc:docMk/>
            <pc:sldMk cId="2385027699" sldId="276"/>
            <ac:cxnSpMk id="27" creationId="{65C92DA6-FD60-4476-8CF7-18A536924F0E}"/>
          </ac:cxnSpMkLst>
        </pc:cxnChg>
        <pc:cxnChg chg="del mod">
          <ac:chgData name="" userId="f23f3ce18aa30384" providerId="LiveId" clId="{2EF34070-E0CB-426E-BCB1-A42E29E3712F}" dt="2024-04-22T09:41:25.332" v="1385" actId="478"/>
          <ac:cxnSpMkLst>
            <pc:docMk/>
            <pc:sldMk cId="2385027699" sldId="276"/>
            <ac:cxnSpMk id="29" creationId="{4EE7048C-02C9-4F6C-8E26-13B8CA9EE065}"/>
          </ac:cxnSpMkLst>
        </pc:cxnChg>
        <pc:cxnChg chg="del mod">
          <ac:chgData name="" userId="f23f3ce18aa30384" providerId="LiveId" clId="{2EF34070-E0CB-426E-BCB1-A42E29E3712F}" dt="2024-04-22T09:41:25.332" v="1385" actId="478"/>
          <ac:cxnSpMkLst>
            <pc:docMk/>
            <pc:sldMk cId="2385027699" sldId="276"/>
            <ac:cxnSpMk id="32" creationId="{98FA779A-26BE-4F69-B5ED-EA149011ACE6}"/>
          </ac:cxnSpMkLst>
        </pc:cxnChg>
        <pc:cxnChg chg="del mod">
          <ac:chgData name="" userId="f23f3ce18aa30384" providerId="LiveId" clId="{2EF34070-E0CB-426E-BCB1-A42E29E3712F}" dt="2024-04-22T09:41:25.332" v="1385" actId="478"/>
          <ac:cxnSpMkLst>
            <pc:docMk/>
            <pc:sldMk cId="2385027699" sldId="276"/>
            <ac:cxnSpMk id="34" creationId="{40167BDD-E370-4F12-91D5-487F2BF31090}"/>
          </ac:cxnSpMkLst>
        </pc:cxnChg>
        <pc:cxnChg chg="del mod">
          <ac:chgData name="" userId="f23f3ce18aa30384" providerId="LiveId" clId="{2EF34070-E0CB-426E-BCB1-A42E29E3712F}" dt="2024-04-22T09:41:25.332" v="1385" actId="478"/>
          <ac:cxnSpMkLst>
            <pc:docMk/>
            <pc:sldMk cId="2385027699" sldId="276"/>
            <ac:cxnSpMk id="36" creationId="{246F5C39-78E2-4179-A5C4-B2EF2720BE28}"/>
          </ac:cxnSpMkLst>
        </pc:cxnChg>
      </pc:sldChg>
      <pc:sldChg chg="add">
        <pc:chgData name="" userId="f23f3ce18aa30384" providerId="LiveId" clId="{2EF34070-E0CB-426E-BCB1-A42E29E3712F}" dt="2024-04-22T09:50:35.041" v="1628"/>
        <pc:sldMkLst>
          <pc:docMk/>
          <pc:sldMk cId="429191708" sldId="277"/>
        </pc:sldMkLst>
      </pc:sldChg>
      <pc:sldChg chg="addSp delSp add">
        <pc:chgData name="" userId="f23f3ce18aa30384" providerId="LiveId" clId="{2EF34070-E0CB-426E-BCB1-A42E29E3712F}" dt="2024-04-22T12:36:29.798" v="4485"/>
        <pc:sldMkLst>
          <pc:docMk/>
          <pc:sldMk cId="222145331" sldId="278"/>
        </pc:sldMkLst>
        <pc:graphicFrameChg chg="add">
          <ac:chgData name="" userId="f23f3ce18aa30384" providerId="LiveId" clId="{2EF34070-E0CB-426E-BCB1-A42E29E3712F}" dt="2024-04-22T12:36:29.798" v="4485"/>
          <ac:graphicFrameMkLst>
            <pc:docMk/>
            <pc:sldMk cId="222145331" sldId="278"/>
            <ac:graphicFrameMk id="4" creationId="{8D3770F8-B676-47E8-A997-13C63832FCD2}"/>
          </ac:graphicFrameMkLst>
        </pc:graphicFrameChg>
        <pc:graphicFrameChg chg="del">
          <ac:chgData name="" userId="f23f3ce18aa30384" providerId="LiveId" clId="{2EF34070-E0CB-426E-BCB1-A42E29E3712F}" dt="2024-04-22T12:36:28.919" v="4484" actId="478"/>
          <ac:graphicFrameMkLst>
            <pc:docMk/>
            <pc:sldMk cId="222145331" sldId="278"/>
            <ac:graphicFrameMk id="5" creationId="{85BB55C8-1F8B-4F59-B014-02390C9604DF}"/>
          </ac:graphicFrameMkLst>
        </pc:graphicFrameChg>
      </pc:sldChg>
      <pc:sldChg chg="modSp add modAnim">
        <pc:chgData name="" userId="f23f3ce18aa30384" providerId="LiveId" clId="{2EF34070-E0CB-426E-BCB1-A42E29E3712F}" dt="2024-04-22T12:37:02.890" v="4489" actId="20577"/>
        <pc:sldMkLst>
          <pc:docMk/>
          <pc:sldMk cId="4281815192" sldId="279"/>
        </pc:sldMkLst>
        <pc:spChg chg="mod">
          <ac:chgData name="" userId="f23f3ce18aa30384" providerId="LiveId" clId="{2EF34070-E0CB-426E-BCB1-A42E29E3712F}" dt="2024-04-22T09:50:44.313" v="1634" actId="20577"/>
          <ac:spMkLst>
            <pc:docMk/>
            <pc:sldMk cId="4281815192" sldId="279"/>
            <ac:spMk id="2" creationId="{7DE16D98-33D2-4588-BDDB-F38E4A39F95F}"/>
          </ac:spMkLst>
        </pc:spChg>
        <pc:spChg chg="mod">
          <ac:chgData name="" userId="f23f3ce18aa30384" providerId="LiveId" clId="{2EF34070-E0CB-426E-BCB1-A42E29E3712F}" dt="2024-04-22T12:37:02.890" v="4489" actId="20577"/>
          <ac:spMkLst>
            <pc:docMk/>
            <pc:sldMk cId="4281815192" sldId="279"/>
            <ac:spMk id="3" creationId="{359ED8E3-2C8A-4F75-A5DE-58E748FD1B72}"/>
          </ac:spMkLst>
        </pc:spChg>
      </pc:sldChg>
      <pc:sldChg chg="addSp modSp add modAnim">
        <pc:chgData name="" userId="f23f3ce18aa30384" providerId="LiveId" clId="{2EF34070-E0CB-426E-BCB1-A42E29E3712F}" dt="2024-04-22T12:38:02.133" v="4496" actId="207"/>
        <pc:sldMkLst>
          <pc:docMk/>
          <pc:sldMk cId="3132051446" sldId="280"/>
        </pc:sldMkLst>
        <pc:spChg chg="mod">
          <ac:chgData name="" userId="f23f3ce18aa30384" providerId="LiveId" clId="{2EF34070-E0CB-426E-BCB1-A42E29E3712F}" dt="2024-04-22T12:38:02.133" v="4496" actId="207"/>
          <ac:spMkLst>
            <pc:docMk/>
            <pc:sldMk cId="3132051446" sldId="280"/>
            <ac:spMk id="2" creationId="{1B598106-286F-4E6F-8FDC-98F1B15A2318}"/>
          </ac:spMkLst>
        </pc:spChg>
        <pc:spChg chg="mod">
          <ac:chgData name="" userId="f23f3ce18aa30384" providerId="LiveId" clId="{2EF34070-E0CB-426E-BCB1-A42E29E3712F}" dt="2024-04-22T09:57:12.888" v="2137" actId="20577"/>
          <ac:spMkLst>
            <pc:docMk/>
            <pc:sldMk cId="3132051446" sldId="280"/>
            <ac:spMk id="3" creationId="{5395288B-500A-46B0-BA49-3A73A8F5306C}"/>
          </ac:spMkLst>
        </pc:spChg>
        <pc:picChg chg="add mod modCrop">
          <ac:chgData name="" userId="f23f3ce18aa30384" providerId="LiveId" clId="{2EF34070-E0CB-426E-BCB1-A42E29E3712F}" dt="2024-04-22T11:26:05.911" v="2196" actId="732"/>
          <ac:picMkLst>
            <pc:docMk/>
            <pc:sldMk cId="3132051446" sldId="280"/>
            <ac:picMk id="4" creationId="{B264B72B-5251-42FF-841E-819B57B855C3}"/>
          </ac:picMkLst>
        </pc:picChg>
        <pc:picChg chg="add mod">
          <ac:chgData name="" userId="f23f3ce18aa30384" providerId="LiveId" clId="{2EF34070-E0CB-426E-BCB1-A42E29E3712F}" dt="2024-04-22T09:55:51.349" v="2095" actId="1076"/>
          <ac:picMkLst>
            <pc:docMk/>
            <pc:sldMk cId="3132051446" sldId="280"/>
            <ac:picMk id="5122" creationId="{0803F42D-F308-4D1E-B853-B6C81CD3BD99}"/>
          </ac:picMkLst>
        </pc:picChg>
      </pc:sldChg>
      <pc:sldChg chg="addSp delSp modSp add modAnim">
        <pc:chgData name="" userId="f23f3ce18aa30384" providerId="LiveId" clId="{2EF34070-E0CB-426E-BCB1-A42E29E3712F}" dt="2024-04-22T12:55:38.194" v="4599" actId="1076"/>
        <pc:sldMkLst>
          <pc:docMk/>
          <pc:sldMk cId="3519131666" sldId="282"/>
        </pc:sldMkLst>
        <pc:spChg chg="mod">
          <ac:chgData name="" userId="f23f3ce18aa30384" providerId="LiveId" clId="{2EF34070-E0CB-426E-BCB1-A42E29E3712F}" dt="2024-04-22T12:11:56.195" v="3895" actId="207"/>
          <ac:spMkLst>
            <pc:docMk/>
            <pc:sldMk cId="3519131666" sldId="282"/>
            <ac:spMk id="2" creationId="{2398855A-6867-4467-A3B4-6FB39ACAE4A7}"/>
          </ac:spMkLst>
        </pc:spChg>
        <pc:spChg chg="del">
          <ac:chgData name="" userId="f23f3ce18aa30384" providerId="LiveId" clId="{2EF34070-E0CB-426E-BCB1-A42E29E3712F}" dt="2024-04-22T11:52:37.627" v="3152" actId="478"/>
          <ac:spMkLst>
            <pc:docMk/>
            <pc:sldMk cId="3519131666" sldId="282"/>
            <ac:spMk id="3" creationId="{DD29F232-7DDE-4C24-8918-5C24B0E2B563}"/>
          </ac:spMkLst>
        </pc:spChg>
        <pc:spChg chg="add mod">
          <ac:chgData name="" userId="f23f3ce18aa30384" providerId="LiveId" clId="{2EF34070-E0CB-426E-BCB1-A42E29E3712F}" dt="2024-04-22T12:53:23.832" v="4596" actId="20577"/>
          <ac:spMkLst>
            <pc:docMk/>
            <pc:sldMk cId="3519131666" sldId="282"/>
            <ac:spMk id="4" creationId="{A97D9C45-A4D3-4062-9CB0-F87151A64316}"/>
          </ac:spMkLst>
        </pc:spChg>
        <pc:picChg chg="add del mod modCrop">
          <ac:chgData name="" userId="f23f3ce18aa30384" providerId="LiveId" clId="{2EF34070-E0CB-426E-BCB1-A42E29E3712F}" dt="2024-04-22T12:55:33.936" v="4598" actId="14100"/>
          <ac:picMkLst>
            <pc:docMk/>
            <pc:sldMk cId="3519131666" sldId="282"/>
            <ac:picMk id="6" creationId="{896F7225-E74B-4129-A33F-3FA97997B5DB}"/>
          </ac:picMkLst>
        </pc:picChg>
        <pc:picChg chg="add mod">
          <ac:chgData name="" userId="f23f3ce18aa30384" providerId="LiveId" clId="{2EF34070-E0CB-426E-BCB1-A42E29E3712F}" dt="2024-04-22T12:55:38.194" v="4599" actId="1076"/>
          <ac:picMkLst>
            <pc:docMk/>
            <pc:sldMk cId="3519131666" sldId="282"/>
            <ac:picMk id="10242" creationId="{FA01F0BF-7789-4838-8DAE-C448D07A5A11}"/>
          </ac:picMkLst>
        </pc:picChg>
      </pc:sldChg>
      <pc:sldChg chg="modSp add modAnim">
        <pc:chgData name="" userId="f23f3ce18aa30384" providerId="LiveId" clId="{2EF34070-E0CB-426E-BCB1-A42E29E3712F}" dt="2024-04-22T12:56:19.563" v="4605"/>
        <pc:sldMkLst>
          <pc:docMk/>
          <pc:sldMk cId="2442002028" sldId="283"/>
        </pc:sldMkLst>
        <pc:spChg chg="mod">
          <ac:chgData name="" userId="f23f3ce18aa30384" providerId="LiveId" clId="{2EF34070-E0CB-426E-BCB1-A42E29E3712F}" dt="2024-04-22T12:12:01.636" v="3897" actId="20577"/>
          <ac:spMkLst>
            <pc:docMk/>
            <pc:sldMk cId="2442002028" sldId="283"/>
            <ac:spMk id="2" creationId="{43DE4CF5-D835-45D8-92F3-A166A0A642A5}"/>
          </ac:spMkLst>
        </pc:spChg>
        <pc:spChg chg="mod">
          <ac:chgData name="" userId="f23f3ce18aa30384" providerId="LiveId" clId="{2EF34070-E0CB-426E-BCB1-A42E29E3712F}" dt="2024-04-22T12:21:20.330" v="4366" actId="108"/>
          <ac:spMkLst>
            <pc:docMk/>
            <pc:sldMk cId="2442002028" sldId="283"/>
            <ac:spMk id="3" creationId="{29461BBD-0661-49DF-959F-7ED59D403C3B}"/>
          </ac:spMkLst>
        </pc:spChg>
      </pc:sldChg>
      <pc:sldChg chg="modSp add">
        <pc:chgData name="" userId="f23f3ce18aa30384" providerId="LiveId" clId="{2EF34070-E0CB-426E-BCB1-A42E29E3712F}" dt="2024-04-22T11:45:18.212" v="2811" actId="20577"/>
        <pc:sldMkLst>
          <pc:docMk/>
          <pc:sldMk cId="1782140219" sldId="284"/>
        </pc:sldMkLst>
        <pc:spChg chg="mod">
          <ac:chgData name="" userId="f23f3ce18aa30384" providerId="LiveId" clId="{2EF34070-E0CB-426E-BCB1-A42E29E3712F}" dt="2024-04-22T11:45:18.212" v="2811" actId="20577"/>
          <ac:spMkLst>
            <pc:docMk/>
            <pc:sldMk cId="1782140219" sldId="284"/>
            <ac:spMk id="2" creationId="{B6BC5B7E-9D36-43DC-8162-1F53FB27B929}"/>
          </ac:spMkLst>
        </pc:spChg>
      </pc:sldChg>
      <pc:sldChg chg="addSp delSp modSp add delAnim modAnim">
        <pc:chgData name="" userId="f23f3ce18aa30384" providerId="LiveId" clId="{2EF34070-E0CB-426E-BCB1-A42E29E3712F}" dt="2024-04-23T13:07:26.578" v="4630"/>
        <pc:sldMkLst>
          <pc:docMk/>
          <pc:sldMk cId="1540081260" sldId="287"/>
        </pc:sldMkLst>
        <pc:spChg chg="mod">
          <ac:chgData name="" userId="f23f3ce18aa30384" providerId="LiveId" clId="{2EF34070-E0CB-426E-BCB1-A42E29E3712F}" dt="2024-04-22T12:11:53.857" v="3894" actId="207"/>
          <ac:spMkLst>
            <pc:docMk/>
            <pc:sldMk cId="1540081260" sldId="287"/>
            <ac:spMk id="2" creationId="{186BB423-14C6-4FC8-AB4E-9A4EEE1FF502}"/>
          </ac:spMkLst>
        </pc:spChg>
        <pc:spChg chg="add mod">
          <ac:chgData name="" userId="f23f3ce18aa30384" providerId="LiveId" clId="{2EF34070-E0CB-426E-BCB1-A42E29E3712F}" dt="2024-04-23T13:07:26.578" v="4630"/>
          <ac:spMkLst>
            <pc:docMk/>
            <pc:sldMk cId="1540081260" sldId="287"/>
            <ac:spMk id="3" creationId="{80B7515C-1ECC-4B77-A549-5EACA9A124C9}"/>
          </ac:spMkLst>
        </pc:spChg>
        <pc:spChg chg="del">
          <ac:chgData name="" userId="f23f3ce18aa30384" providerId="LiveId" clId="{2EF34070-E0CB-426E-BCB1-A42E29E3712F}" dt="2024-04-22T11:46:06.547" v="2842" actId="478"/>
          <ac:spMkLst>
            <pc:docMk/>
            <pc:sldMk cId="1540081260" sldId="287"/>
            <ac:spMk id="10" creationId="{D0FC2156-7648-4465-A034-3F25DE9E2856}"/>
          </ac:spMkLst>
        </pc:spChg>
        <pc:spChg chg="del">
          <ac:chgData name="" userId="f23f3ce18aa30384" providerId="LiveId" clId="{2EF34070-E0CB-426E-BCB1-A42E29E3712F}" dt="2024-04-22T11:46:04.710" v="2841" actId="478"/>
          <ac:spMkLst>
            <pc:docMk/>
            <pc:sldMk cId="1540081260" sldId="287"/>
            <ac:spMk id="15" creationId="{0B720CF1-611B-4244-8715-04F7E850AE59}"/>
          </ac:spMkLst>
        </pc:spChg>
        <pc:spChg chg="del">
          <ac:chgData name="" userId="f23f3ce18aa30384" providerId="LiveId" clId="{2EF34070-E0CB-426E-BCB1-A42E29E3712F}" dt="2024-04-22T11:46:01.034" v="2836" actId="478"/>
          <ac:spMkLst>
            <pc:docMk/>
            <pc:sldMk cId="1540081260" sldId="287"/>
            <ac:spMk id="18" creationId="{250B6B6F-D5B7-4493-8640-48E10BEB6830}"/>
          </ac:spMkLst>
        </pc:spChg>
        <pc:picChg chg="del">
          <ac:chgData name="" userId="f23f3ce18aa30384" providerId="LiveId" clId="{2EF34070-E0CB-426E-BCB1-A42E29E3712F}" dt="2024-04-22T11:46:03.223" v="2840" actId="478"/>
          <ac:picMkLst>
            <pc:docMk/>
            <pc:sldMk cId="1540081260" sldId="287"/>
            <ac:picMk id="5" creationId="{B241BCEF-7499-4E1E-A730-F78B64B25834}"/>
          </ac:picMkLst>
        </pc:picChg>
        <pc:picChg chg="del">
          <ac:chgData name="" userId="f23f3ce18aa30384" providerId="LiveId" clId="{2EF34070-E0CB-426E-BCB1-A42E29E3712F}" dt="2024-04-22T11:46:00.380" v="2835" actId="478"/>
          <ac:picMkLst>
            <pc:docMk/>
            <pc:sldMk cId="1540081260" sldId="287"/>
            <ac:picMk id="11" creationId="{CBB8F837-3DD3-447A-9913-9C1F845D0D46}"/>
          </ac:picMkLst>
        </pc:picChg>
        <pc:picChg chg="del">
          <ac:chgData name="" userId="f23f3ce18aa30384" providerId="LiveId" clId="{2EF34070-E0CB-426E-BCB1-A42E29E3712F}" dt="2024-04-22T11:46:02.784" v="2839" actId="478"/>
          <ac:picMkLst>
            <pc:docMk/>
            <pc:sldMk cId="1540081260" sldId="287"/>
            <ac:picMk id="12" creationId="{DBCDA463-C930-4FBE-8350-092618EFBD43}"/>
          </ac:picMkLst>
        </pc:picChg>
        <pc:picChg chg="del">
          <ac:chgData name="" userId="f23f3ce18aa30384" providerId="LiveId" clId="{2EF34070-E0CB-426E-BCB1-A42E29E3712F}" dt="2024-04-22T11:46:02.320" v="2838" actId="478"/>
          <ac:picMkLst>
            <pc:docMk/>
            <pc:sldMk cId="1540081260" sldId="287"/>
            <ac:picMk id="13" creationId="{4B3115BE-667F-4D87-B1C4-329D2B10DA76}"/>
          </ac:picMkLst>
        </pc:picChg>
        <pc:picChg chg="del">
          <ac:chgData name="" userId="f23f3ce18aa30384" providerId="LiveId" clId="{2EF34070-E0CB-426E-BCB1-A42E29E3712F}" dt="2024-04-22T11:46:01.680" v="2837" actId="478"/>
          <ac:picMkLst>
            <pc:docMk/>
            <pc:sldMk cId="1540081260" sldId="287"/>
            <ac:picMk id="16" creationId="{54A599D7-7330-4B0B-A271-7594F3AB95CD}"/>
          </ac:picMkLst>
        </pc:picChg>
      </pc:sldChg>
      <pc:sldChg chg="add">
        <pc:chgData name="" userId="f23f3ce18aa30384" providerId="LiveId" clId="{2EF34070-E0CB-426E-BCB1-A42E29E3712F}" dt="2024-04-22T12:36:16.446" v="4483"/>
        <pc:sldMkLst>
          <pc:docMk/>
          <pc:sldMk cId="2806880801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62161E-DE13-4D34-A35A-4CC3A25371AF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AA1E62-85FA-4F09-83CF-2626ADF33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1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Hey everyone, just a quick heads-up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505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believe I've reached an interesting point that could be of interest to several of you, and I'd also like to have your feedback on this new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37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Time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095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 practice coding Bayesian model by reproducing rethinking models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842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Bayesian Inference on Structured Probabilistic </a:t>
            </a:r>
            <a:r>
              <a:rPr lang="en-US" b="1" dirty="0" err="1">
                <a:solidFill>
                  <a:srgbClr val="FFFF00"/>
                </a:solidFill>
              </a:rPr>
              <a:t>Models</a:t>
            </a:r>
            <a:r>
              <a:rPr lang="en-US" dirty="0" err="1"/>
              <a:t>:such</a:t>
            </a:r>
            <a:r>
              <a:rPr lang="en-US" dirty="0"/>
              <a:t> as Bayesian neural networks, Gaussian processes, and hierarchical model, probabilistic inference, parameter estimation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solidFill>
                <a:srgbClr val="FFFF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High Performance</a:t>
            </a:r>
            <a:r>
              <a:rPr lang="en-US" dirty="0">
                <a:solidFill>
                  <a:srgbClr val="FFFF00"/>
                </a:solidFill>
              </a:rPr>
              <a:t>: </a:t>
            </a:r>
            <a:r>
              <a:rPr lang="en-US" dirty="0"/>
              <a:t>TensorFlow is optimized for high performance, with features such as automatic differentiation, GPU acceleration, and support for distributed computing, ensuring efficient execution of complex computational graphs.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Scalability and Performance</a:t>
            </a:r>
            <a:r>
              <a:rPr lang="en-US" dirty="0"/>
              <a:t>: TFP is designed for scalability and high performance, with support for parallel computation, GPU acceleration, and distributed computing, enabling efficient inference in large-scale probabilistic models. So the same code can be deploy across multiple support CPUs, GPUs, TPU, it can be distributed.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Flexibility</a:t>
            </a:r>
            <a:r>
              <a:rPr lang="en-US" dirty="0">
                <a:solidFill>
                  <a:srgbClr val="FFFF00"/>
                </a:solidFill>
              </a:rPr>
              <a:t>: </a:t>
            </a:r>
            <a:r>
              <a:rPr lang="en-US" dirty="0"/>
              <a:t>It offers a flexible architecture that enables easy deployment across various platforms, including mobile devices, browsers, and servers.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Integration with TensorFlow</a:t>
            </a:r>
            <a:r>
              <a:rPr lang="en-US" dirty="0"/>
              <a:t>: TFP seamlessly integrates with TensorFlow, leveraging its computational graph and automatic differentiation capabilities for efficient and scalable probabilistic inference.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Probabilistic Layers</a:t>
            </a:r>
            <a:r>
              <a:rPr lang="en-US" dirty="0"/>
              <a:t>: TFP extends TensorFlow's neural network capabilities with probabilistic layers, allowing users to build neural networks that output probability distributions rather than deterministic predictions, facilitating uncertainty-aware predictions.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00"/>
                </a:solidFill>
              </a:rPr>
              <a:t>Integration with Other Libraries</a:t>
            </a:r>
            <a:r>
              <a:rPr lang="en-US" dirty="0">
                <a:solidFill>
                  <a:srgbClr val="FFFF00"/>
                </a:solidFill>
              </a:rPr>
              <a:t>: </a:t>
            </a:r>
            <a:r>
              <a:rPr lang="en-US" dirty="0"/>
              <a:t>TensorFlow seamlessly integrates with other popular libraries and frameworks like </a:t>
            </a:r>
            <a:r>
              <a:rPr lang="en-US" dirty="0" err="1"/>
              <a:t>Keras</a:t>
            </a:r>
            <a:r>
              <a:rPr lang="en-US" dirty="0"/>
              <a:t>, </a:t>
            </a:r>
            <a:r>
              <a:rPr lang="en-US" dirty="0" err="1"/>
              <a:t>scikit</a:t>
            </a:r>
            <a:r>
              <a:rPr lang="en-US" dirty="0"/>
              <a:t>-learn, and OpenCV, allowing users to leverage their existing knowledge and workflows.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20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f is a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scalar-valued </a:t>
            </a:r>
            <a:r>
              <a:rPr lang="en-US" dirty="0"/>
              <a:t>function, g is a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vector-valued </a:t>
            </a:r>
            <a:r>
              <a:rPr lang="en-US" dirty="0"/>
              <a:t>function  and x the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 which to evaluate derivatives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349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varying effect implementation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4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</a:t>
            </a:r>
            <a:r>
              <a:rPr lang="en-US" dirty="0" err="1"/>
              <a:t>parler</a:t>
            </a:r>
            <a:r>
              <a:rPr lang="en-US" dirty="0"/>
              <a:t> de la </a:t>
            </a:r>
            <a:r>
              <a:rPr lang="en-US" dirty="0" err="1"/>
              <a:t>troisime</a:t>
            </a:r>
            <a:r>
              <a:rPr lang="en-US" dirty="0"/>
              <a:t>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285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allow higher flexibility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easier maintenance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5871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648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0629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does not reflect previous effort unfortunately. But, future additional </a:t>
            </a:r>
            <a:r>
              <a:rPr lang="en-US" dirty="0" err="1"/>
              <a:t>fnctionality</a:t>
            </a:r>
            <a:r>
              <a:rPr lang="en-US" dirty="0"/>
              <a:t> can by themselves justify a side package of </a:t>
            </a:r>
            <a:r>
              <a:rPr lang="en-US" dirty="0" err="1"/>
              <a:t>numpyro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722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time I manage to implement </a:t>
            </a:r>
            <a:r>
              <a:rPr lang="en-US" dirty="0" err="1"/>
              <a:t>gaussain</a:t>
            </a:r>
            <a:r>
              <a:rPr lang="en-US" dirty="0"/>
              <a:t> process, </a:t>
            </a:r>
            <a:r>
              <a:rPr lang="fr-FR" dirty="0" err="1"/>
              <a:t>Ordered</a:t>
            </a:r>
            <a:r>
              <a:rPr lang="fr-FR" dirty="0"/>
              <a:t> </a:t>
            </a:r>
            <a:r>
              <a:rPr lang="fr-FR" dirty="0" err="1"/>
              <a:t>categorical</a:t>
            </a:r>
            <a:r>
              <a:rPr lang="fr-FR" dirty="0"/>
              <a:t> </a:t>
            </a:r>
            <a:r>
              <a:rPr lang="fr-FR" dirty="0" err="1"/>
              <a:t>outcomes</a:t>
            </a:r>
            <a:r>
              <a:rPr lang="fr-FR"/>
              <a:t> </a:t>
            </a:r>
            <a:r>
              <a:rPr lang="en-US"/>
              <a:t>And </a:t>
            </a:r>
            <a:r>
              <a:rPr lang="en-US" dirty="0"/>
              <a:t>network models, during week end but did not had time to check estimate accuracy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166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870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 </a:t>
            </a:r>
            <a:r>
              <a:rPr lang="fr-FR" dirty="0" err="1"/>
              <a:t>increase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so</a:t>
            </a:r>
            <a:r>
              <a:rPr lang="fr-FR" dirty="0"/>
              <a:t> big </a:t>
            </a:r>
            <a:r>
              <a:rPr lang="fr-FR" dirty="0" err="1"/>
              <a:t>because</a:t>
            </a:r>
            <a:r>
              <a:rPr lang="fr-FR" dirty="0"/>
              <a:t> single </a:t>
            </a:r>
            <a:r>
              <a:rPr lang="fr-FR" dirty="0" err="1"/>
              <a:t>chain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vectorized</a:t>
            </a:r>
            <a:r>
              <a:rPr lang="fr-FR" dirty="0"/>
              <a:t> </a:t>
            </a:r>
            <a:r>
              <a:rPr lang="fr-FR" dirty="0" err="1"/>
              <a:t>complitelly</a:t>
            </a:r>
            <a:r>
              <a:rPr lang="fr-FR" dirty="0"/>
              <a:t> </a:t>
            </a:r>
            <a:r>
              <a:rPr lang="fr-FR" dirty="0" err="1"/>
              <a:t>autonomous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reach</a:t>
            </a:r>
            <a:r>
              <a:rPr lang="fr-FR" dirty="0"/>
              <a:t> a </a:t>
            </a:r>
            <a:r>
              <a:rPr lang="fr-FR" dirty="0" err="1"/>
              <a:t>limit</a:t>
            </a:r>
            <a:r>
              <a:rPr lang="fr-FR" dirty="0"/>
              <a:t> of </a:t>
            </a:r>
            <a:r>
              <a:rPr lang="fr-FR" dirty="0" err="1"/>
              <a:t>gpu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memory limitation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NY = 4, NV = 8:</a:t>
            </a:r>
          </a:p>
          <a:p>
            <a:pPr lvl="1"/>
            <a:r>
              <a:rPr lang="fr-FR" dirty="0"/>
              <a:t>BI (GPU) </a:t>
            </a:r>
            <a:r>
              <a:rPr lang="fr-FR" dirty="0" err="1"/>
              <a:t>took</a:t>
            </a:r>
            <a:r>
              <a:rPr lang="fr-FR" dirty="0"/>
              <a:t> 35 minutes </a:t>
            </a:r>
          </a:p>
          <a:p>
            <a:pPr lvl="1"/>
            <a:r>
              <a:rPr lang="fr-FR" dirty="0"/>
              <a:t>BI (CPU) </a:t>
            </a:r>
            <a:r>
              <a:rPr lang="fr-FR" dirty="0" err="1"/>
              <a:t>took</a:t>
            </a:r>
            <a:r>
              <a:rPr lang="fr-FR" dirty="0"/>
              <a:t> :  1 seconds</a:t>
            </a:r>
          </a:p>
          <a:p>
            <a:pPr lvl="1"/>
            <a:r>
              <a:rPr lang="fr-FR" dirty="0"/>
              <a:t>STAN (CPU) </a:t>
            </a:r>
            <a:r>
              <a:rPr lang="fr-FR" dirty="0" err="1"/>
              <a:t>took</a:t>
            </a:r>
            <a:r>
              <a:rPr lang="fr-FR" dirty="0"/>
              <a:t> 2.1 secondes</a:t>
            </a:r>
          </a:p>
          <a:p>
            <a:pPr lvl="1"/>
            <a:r>
              <a:rPr lang="fr-FR" dirty="0"/>
              <a:t>GPU </a:t>
            </a:r>
            <a:r>
              <a:rPr lang="fr-FR" dirty="0" err="1"/>
              <a:t>is</a:t>
            </a:r>
            <a:r>
              <a:rPr lang="fr-FR" dirty="0"/>
              <a:t> x XX </a:t>
            </a:r>
            <a:r>
              <a:rPr lang="fr-FR" dirty="0" err="1"/>
              <a:t>slower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NY = 40, NV = 80:</a:t>
            </a:r>
          </a:p>
          <a:p>
            <a:pPr lvl="1"/>
            <a:r>
              <a:rPr lang="fr-FR" dirty="0"/>
              <a:t>BI (GPU) </a:t>
            </a:r>
            <a:r>
              <a:rPr lang="fr-FR" dirty="0" err="1"/>
              <a:t>took</a:t>
            </a:r>
            <a:r>
              <a:rPr lang="fr-FR" dirty="0"/>
              <a:t> 35 minutes </a:t>
            </a:r>
          </a:p>
          <a:p>
            <a:pPr lvl="1"/>
            <a:r>
              <a:rPr lang="fr-FR" dirty="0"/>
              <a:t>BI (CPU) </a:t>
            </a:r>
            <a:r>
              <a:rPr lang="fr-FR" dirty="0" err="1"/>
              <a:t>took</a:t>
            </a:r>
            <a:r>
              <a:rPr lang="fr-FR" dirty="0"/>
              <a:t> 21 seconds</a:t>
            </a:r>
          </a:p>
          <a:p>
            <a:pPr lvl="1"/>
            <a:r>
              <a:rPr lang="fr-FR" dirty="0"/>
              <a:t>STAN (CPU) </a:t>
            </a:r>
            <a:r>
              <a:rPr lang="fr-FR" dirty="0" err="1"/>
              <a:t>took</a:t>
            </a:r>
            <a:r>
              <a:rPr lang="fr-FR" dirty="0"/>
              <a:t> 78 seconds</a:t>
            </a:r>
          </a:p>
          <a:p>
            <a:pPr lvl="1"/>
            <a:endParaRPr lang="fr-FR" dirty="0"/>
          </a:p>
          <a:p>
            <a:r>
              <a:rPr lang="fr-FR" dirty="0"/>
              <a:t>NY = 400, NV = 800:</a:t>
            </a:r>
          </a:p>
          <a:p>
            <a:pPr lvl="1"/>
            <a:r>
              <a:rPr lang="fr-FR" dirty="0"/>
              <a:t>BI (GPU) </a:t>
            </a:r>
            <a:r>
              <a:rPr lang="fr-FR" dirty="0" err="1"/>
              <a:t>took</a:t>
            </a:r>
            <a:r>
              <a:rPr lang="fr-FR" dirty="0"/>
              <a:t> 37min 23 </a:t>
            </a:r>
            <a:r>
              <a:rPr lang="fr-FR" dirty="0" err="1"/>
              <a:t>scd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STAN (CPU) </a:t>
            </a:r>
            <a:r>
              <a:rPr lang="fr-FR" dirty="0" err="1"/>
              <a:t>took</a:t>
            </a:r>
            <a:r>
              <a:rPr lang="fr-FR" dirty="0"/>
              <a:t> 118 minutes</a:t>
            </a:r>
          </a:p>
          <a:p>
            <a:pPr lvl="1"/>
            <a:endParaRPr lang="fr-FR" dirty="0"/>
          </a:p>
          <a:p>
            <a:pPr lvl="1"/>
            <a:r>
              <a:rPr lang="fr-FR" dirty="0" err="1"/>
              <a:t>bi.gpu</a:t>
            </a:r>
            <a:r>
              <a:rPr lang="fr-FR" dirty="0"/>
              <a:t> = c(2100, 2100, 2243)</a:t>
            </a:r>
            <a:r>
              <a:rPr lang="fr-FR" dirty="0" err="1"/>
              <a:t>bi.cpu</a:t>
            </a:r>
            <a:r>
              <a:rPr lang="fr-FR" dirty="0"/>
              <a:t> = c(1, 21, 1528)</a:t>
            </a:r>
            <a:r>
              <a:rPr lang="fr-FR" dirty="0" err="1"/>
              <a:t>stan.cpu</a:t>
            </a:r>
            <a:r>
              <a:rPr lang="fr-FR" dirty="0"/>
              <a:t> = c(2.1, 78, 7080)N = c(4*8,40*80,400*800)times = c(</a:t>
            </a:r>
            <a:r>
              <a:rPr lang="fr-FR" dirty="0" err="1"/>
              <a:t>bi.gpu</a:t>
            </a:r>
            <a:r>
              <a:rPr lang="fr-FR" dirty="0"/>
              <a:t>, </a:t>
            </a:r>
            <a:r>
              <a:rPr lang="fr-FR" dirty="0" err="1"/>
              <a:t>bi.cpu</a:t>
            </a:r>
            <a:r>
              <a:rPr lang="fr-FR" dirty="0"/>
              <a:t>, </a:t>
            </a:r>
            <a:r>
              <a:rPr lang="fr-FR" dirty="0" err="1"/>
              <a:t>stan.cpu</a:t>
            </a:r>
            <a:r>
              <a:rPr lang="fr-FR" dirty="0"/>
              <a:t>)Method = c(rep('BI gpu',3), rep('BI cpu',3), rep('</a:t>
            </a:r>
            <a:r>
              <a:rPr lang="fr-FR" dirty="0" err="1"/>
              <a:t>stan</a:t>
            </a:r>
            <a:r>
              <a:rPr lang="fr-FR" dirty="0"/>
              <a:t> cpu',3))N = rep(N, 3)d = </a:t>
            </a:r>
            <a:r>
              <a:rPr lang="fr-FR" dirty="0" err="1"/>
              <a:t>data.frame</a:t>
            </a:r>
            <a:r>
              <a:rPr lang="fr-FR" dirty="0"/>
              <a:t>(times, Method, N)</a:t>
            </a:r>
            <a:r>
              <a:rPr lang="fr-FR" dirty="0" err="1"/>
              <a:t>library</a:t>
            </a:r>
            <a:r>
              <a:rPr lang="fr-FR" dirty="0"/>
              <a:t>(ggplot2)</a:t>
            </a:r>
            <a:r>
              <a:rPr lang="fr-FR" dirty="0" err="1"/>
              <a:t>ggplot</a:t>
            </a:r>
            <a:r>
              <a:rPr lang="fr-FR" dirty="0"/>
              <a:t>(d, </a:t>
            </a:r>
            <a:r>
              <a:rPr lang="fr-FR" dirty="0" err="1"/>
              <a:t>aes</a:t>
            </a:r>
            <a:r>
              <a:rPr lang="fr-FR" dirty="0"/>
              <a:t>(x = N, y = times, group = Method, </a:t>
            </a:r>
            <a:r>
              <a:rPr lang="fr-FR" dirty="0" err="1"/>
              <a:t>color</a:t>
            </a:r>
            <a:r>
              <a:rPr lang="fr-FR" dirty="0"/>
              <a:t> = Method)) +  </a:t>
            </a:r>
            <a:r>
              <a:rPr lang="fr-FR" dirty="0" err="1"/>
              <a:t>geom_line</a:t>
            </a:r>
            <a:r>
              <a:rPr lang="fr-FR" dirty="0"/>
              <a:t>() +  </a:t>
            </a:r>
            <a:r>
              <a:rPr lang="fr-FR" dirty="0" err="1"/>
              <a:t>geom_point</a:t>
            </a:r>
            <a:r>
              <a:rPr lang="fr-FR" dirty="0"/>
              <a:t>(size = 4, alpha = 0.5) +  </a:t>
            </a:r>
            <a:r>
              <a:rPr lang="fr-FR" dirty="0" err="1"/>
              <a:t>xlab</a:t>
            </a:r>
            <a:r>
              <a:rPr lang="fr-FR" dirty="0"/>
              <a:t>('Data size') +  </a:t>
            </a:r>
            <a:r>
              <a:rPr lang="fr-FR" dirty="0" err="1"/>
              <a:t>ylab</a:t>
            </a:r>
            <a:r>
              <a:rPr lang="fr-FR" dirty="0"/>
              <a:t>('Computation time (s)') +  </a:t>
            </a:r>
            <a:r>
              <a:rPr lang="fr-FR" dirty="0" err="1"/>
              <a:t>scale_x_continuous</a:t>
            </a:r>
            <a:r>
              <a:rPr lang="fr-FR" dirty="0"/>
              <a:t>(breaks = c(32, 3200, 320000), labels = c("32", "32e100", "320000")) +  </a:t>
            </a:r>
            <a:r>
              <a:rPr lang="fr-FR" dirty="0" err="1"/>
              <a:t>theme</a:t>
            </a:r>
            <a:r>
              <a:rPr lang="fr-FR" dirty="0"/>
              <a:t>(    </a:t>
            </a:r>
            <a:r>
              <a:rPr lang="fr-FR" dirty="0" err="1"/>
              <a:t>axis.text.x</a:t>
            </a:r>
            <a:r>
              <a:rPr lang="fr-FR" dirty="0"/>
              <a:t> = </a:t>
            </a:r>
            <a:r>
              <a:rPr lang="fr-FR" dirty="0" err="1"/>
              <a:t>element_text</a:t>
            </a:r>
            <a:r>
              <a:rPr lang="fr-FR" dirty="0"/>
              <a:t>(angle = 0, </a:t>
            </a:r>
            <a:r>
              <a:rPr lang="fr-FR" dirty="0" err="1"/>
              <a:t>hjust</a:t>
            </a:r>
            <a:r>
              <a:rPr lang="fr-FR" dirty="0"/>
              <a:t> = c(0.5, -0.05, 0)),    </a:t>
            </a:r>
            <a:r>
              <a:rPr lang="fr-FR" dirty="0" err="1"/>
              <a:t>panel.grid.major</a:t>
            </a:r>
            <a:r>
              <a:rPr lang="fr-FR" dirty="0"/>
              <a:t> = </a:t>
            </a:r>
            <a:r>
              <a:rPr lang="fr-FR" dirty="0" err="1"/>
              <a:t>element_blank</a:t>
            </a:r>
            <a:r>
              <a:rPr lang="fr-FR" dirty="0"/>
              <a:t>(),    </a:t>
            </a:r>
            <a:r>
              <a:rPr lang="fr-FR" dirty="0" err="1"/>
              <a:t>panel.grid.minor</a:t>
            </a:r>
            <a:r>
              <a:rPr lang="fr-FR" dirty="0"/>
              <a:t> = </a:t>
            </a:r>
            <a:r>
              <a:rPr lang="fr-FR" dirty="0" err="1"/>
              <a:t>element_blank</a:t>
            </a:r>
            <a:r>
              <a:rPr lang="fr-FR" dirty="0"/>
              <a:t>(),    </a:t>
            </a:r>
            <a:r>
              <a:rPr lang="fr-FR" dirty="0" err="1"/>
              <a:t>text</a:t>
            </a:r>
            <a:r>
              <a:rPr lang="fr-FR" dirty="0"/>
              <a:t> = </a:t>
            </a:r>
            <a:r>
              <a:rPr lang="fr-FR" dirty="0" err="1"/>
              <a:t>element_text</a:t>
            </a:r>
            <a:r>
              <a:rPr lang="fr-FR" dirty="0"/>
              <a:t>(size = 18)  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1291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are generally interested in how the division of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labour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shaped by market integration and underlying social networks.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502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same but with smaller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265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same but with smaller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380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Inclusion of a Latent  variable model to asses effect of market integration in division of labor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128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codes are in private </a:t>
            </a:r>
            <a:r>
              <a:rPr lang="en-US" dirty="0" err="1"/>
              <a:t>github</a:t>
            </a:r>
            <a:r>
              <a:rPr lang="en-US" dirty="0"/>
              <a:t> repository but I can invite you</a:t>
            </a:r>
          </a:p>
          <a:p>
            <a:endParaRPr lang="en-US" dirty="0"/>
          </a:p>
          <a:p>
            <a:r>
              <a:rPr lang="en-US" dirty="0"/>
              <a:t>I hope  I pique your interest in GPU computation, exploring Python packages like JAX, TensorFlow Probability, and </a:t>
            </a:r>
            <a:r>
              <a:rPr lang="en-US" dirty="0" err="1"/>
              <a:t>Numpyro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And please note I don’t have any stock market actions on Google.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A1E62-85FA-4F09-83CF-2626ADF33D6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906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5/21/2024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10544-A62D-424D-B5C6-BE25C06A2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4926" y="415829"/>
            <a:ext cx="10524865" cy="3329581"/>
          </a:xfrm>
        </p:spPr>
        <p:txBody>
          <a:bodyPr/>
          <a:lstStyle/>
          <a:p>
            <a:r>
              <a:rPr lang="en-US" dirty="0"/>
              <a:t>WIP2 : Another Bayesian package?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014EE5-67D2-43CA-9779-29C8FA0776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203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1E52-45AC-4916-9858-E48B80CB5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process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4B8135E-9AAD-4934-954E-D71ED76F0822}"/>
              </a:ext>
            </a:extLst>
          </p:cNvPr>
          <p:cNvSpPr/>
          <p:nvPr/>
        </p:nvSpPr>
        <p:spPr>
          <a:xfrm>
            <a:off x="1642533" y="4038600"/>
            <a:ext cx="8906933" cy="457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F84E0-C17F-4865-A704-CC848CF84528}"/>
              </a:ext>
            </a:extLst>
          </p:cNvPr>
          <p:cNvSpPr txBox="1"/>
          <p:nvPr/>
        </p:nvSpPr>
        <p:spPr>
          <a:xfrm>
            <a:off x="9372591" y="3429000"/>
            <a:ext cx="1811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WIP2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E637BD-F1C6-425B-817D-681342CD7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135" y="4495800"/>
            <a:ext cx="2105319" cy="14861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673480-F64B-4931-A27E-5724B404D2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970" y="4389751"/>
            <a:ext cx="1230962" cy="20155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40356A-7C0F-4A7B-933D-F17DD0F9C2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3886" y="4598504"/>
            <a:ext cx="3817409" cy="1123379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F99692C5-B202-4BBB-9740-719906411A66}"/>
              </a:ext>
            </a:extLst>
          </p:cNvPr>
          <p:cNvGrpSpPr/>
          <p:nvPr/>
        </p:nvGrpSpPr>
        <p:grpSpPr>
          <a:xfrm>
            <a:off x="0" y="3489776"/>
            <a:ext cx="2305049" cy="668867"/>
            <a:chOff x="736599" y="3429000"/>
            <a:chExt cx="2305049" cy="66886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F06AF1-1089-4FA8-815D-0DC896E97372}"/>
                </a:ext>
              </a:extLst>
            </p:cNvPr>
            <p:cNvSpPr txBox="1"/>
            <p:nvPr/>
          </p:nvSpPr>
          <p:spPr>
            <a:xfrm>
              <a:off x="736599" y="3429000"/>
              <a:ext cx="18118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September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2AC15F-83DA-4A27-87C6-212C7BC44EE3}"/>
                </a:ext>
              </a:extLst>
            </p:cNvPr>
            <p:cNvGrpSpPr/>
            <p:nvPr/>
          </p:nvGrpSpPr>
          <p:grpSpPr>
            <a:xfrm>
              <a:off x="2137832" y="3613666"/>
              <a:ext cx="903816" cy="484201"/>
              <a:chOff x="2137832" y="3613666"/>
              <a:chExt cx="903816" cy="484201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FA8F9E56-6A54-4B65-88FA-16A49BB2B3C7}"/>
                  </a:ext>
                </a:extLst>
              </p:cNvPr>
              <p:cNvCxnSpPr/>
              <p:nvPr/>
            </p:nvCxnSpPr>
            <p:spPr>
              <a:xfrm>
                <a:off x="2137832" y="3613666"/>
                <a:ext cx="482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74026E85-20DE-40BF-B5C8-0071A09E9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0432" y="3613666"/>
                <a:ext cx="421216" cy="484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C84E472-F77C-4361-8961-98E6AD51D62D}"/>
              </a:ext>
            </a:extLst>
          </p:cNvPr>
          <p:cNvGrpSpPr/>
          <p:nvPr/>
        </p:nvGrpSpPr>
        <p:grpSpPr>
          <a:xfrm>
            <a:off x="2634491" y="3472534"/>
            <a:ext cx="2247700" cy="674933"/>
            <a:chOff x="3990107" y="3419087"/>
            <a:chExt cx="2247700" cy="6749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DA803AC-1F28-4369-A984-758F8CC0C781}"/>
                </a:ext>
              </a:extLst>
            </p:cNvPr>
            <p:cNvSpPr txBox="1"/>
            <p:nvPr/>
          </p:nvSpPr>
          <p:spPr>
            <a:xfrm>
              <a:off x="3990107" y="3419087"/>
              <a:ext cx="18118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November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FE891DA-D73B-47C6-9028-238943950243}"/>
                </a:ext>
              </a:extLst>
            </p:cNvPr>
            <p:cNvGrpSpPr/>
            <p:nvPr/>
          </p:nvGrpSpPr>
          <p:grpSpPr>
            <a:xfrm>
              <a:off x="5333991" y="3609819"/>
              <a:ext cx="903816" cy="484201"/>
              <a:chOff x="2252133" y="3613666"/>
              <a:chExt cx="903816" cy="484201"/>
            </a:xfrm>
          </p:grpSpPr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33AED00-268C-41A0-87D4-FC4A6F999EA4}"/>
                  </a:ext>
                </a:extLst>
              </p:cNvPr>
              <p:cNvCxnSpPr/>
              <p:nvPr/>
            </p:nvCxnSpPr>
            <p:spPr>
              <a:xfrm>
                <a:off x="2252133" y="3613666"/>
                <a:ext cx="482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CAEE971-3FC1-4067-AD76-03715CE6DE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4733" y="3613666"/>
                <a:ext cx="421216" cy="484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4161F7C-28D4-4205-88B8-81C4740DE845}"/>
              </a:ext>
            </a:extLst>
          </p:cNvPr>
          <p:cNvGrpSpPr/>
          <p:nvPr/>
        </p:nvGrpSpPr>
        <p:grpSpPr>
          <a:xfrm>
            <a:off x="5305166" y="3429000"/>
            <a:ext cx="2065864" cy="665020"/>
            <a:chOff x="7052731" y="3429000"/>
            <a:chExt cx="2065864" cy="6650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4C84A3-47D8-4E4D-B9CE-3F525E4DF62C}"/>
                </a:ext>
              </a:extLst>
            </p:cNvPr>
            <p:cNvSpPr txBox="1"/>
            <p:nvPr/>
          </p:nvSpPr>
          <p:spPr>
            <a:xfrm>
              <a:off x="7052731" y="3429000"/>
              <a:ext cx="18118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January</a:t>
              </a: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4548418-B9C2-4502-842F-1E599CF79872}"/>
                </a:ext>
              </a:extLst>
            </p:cNvPr>
            <p:cNvGrpSpPr/>
            <p:nvPr/>
          </p:nvGrpSpPr>
          <p:grpSpPr>
            <a:xfrm>
              <a:off x="8214779" y="3609819"/>
              <a:ext cx="903816" cy="484201"/>
              <a:chOff x="2252133" y="3613666"/>
              <a:chExt cx="903816" cy="484201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69871C5-9FAD-41AD-9ACB-FAEB39A82457}"/>
                  </a:ext>
                </a:extLst>
              </p:cNvPr>
              <p:cNvCxnSpPr/>
              <p:nvPr/>
            </p:nvCxnSpPr>
            <p:spPr>
              <a:xfrm>
                <a:off x="2252133" y="3613666"/>
                <a:ext cx="482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59814C3D-9506-48D0-9938-EF04846D1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4733" y="3613666"/>
                <a:ext cx="421216" cy="484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4215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E04A8-AB7E-4FC4-92F3-EBA5E7E13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Work in progress 1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07EC3B-9AE9-4B7C-B947-711A47E7D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599" y="2485893"/>
            <a:ext cx="8068801" cy="188621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3F64BD3-2657-EA34-FD40-D303AF542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25282"/>
            <a:ext cx="12192000" cy="5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4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CA4D94-642F-44F9-9A63-DEEE1DC96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602" y="2801960"/>
            <a:ext cx="5892986" cy="2684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7BFC70-802C-40A9-ACB8-48D4B648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6074" y="1152983"/>
            <a:ext cx="6055623" cy="56295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0D22CD-79D2-4F96-900D-E869C0DC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6074" y="1957992"/>
            <a:ext cx="5182323" cy="34390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9C0296-0232-481A-801E-166B088672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074" y="1152983"/>
            <a:ext cx="6903606" cy="57050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238FEC-7E89-41DA-B4C5-E7287BC8D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Bayesian Inference package WIP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15444-C126-4754-AFA5-D008CDAF4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84" y="1371600"/>
            <a:ext cx="8946541" cy="419548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manipulation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Model definition &amp; building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Parameter optimization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Diagnosis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AD2733-14A3-4723-89CD-784C5CF646C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099"/>
          <a:stretch/>
        </p:blipFill>
        <p:spPr>
          <a:xfrm>
            <a:off x="19543" y="2577622"/>
            <a:ext cx="5091281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52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3DA3A-0C5D-4CFF-A632-29ED244D2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Model template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3865C4-6544-454D-98AE-A5AECA6E3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71" y="2307881"/>
            <a:ext cx="10379657" cy="37475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5901B4-612D-43B1-98C9-482DA6F544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548"/>
          <a:stretch/>
        </p:blipFill>
        <p:spPr>
          <a:xfrm>
            <a:off x="906170" y="2307880"/>
            <a:ext cx="10379657" cy="26027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DB29DB-4DC3-48AE-A859-0CF396BF63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0084"/>
          <a:stretch/>
        </p:blipFill>
        <p:spPr>
          <a:xfrm>
            <a:off x="906170" y="2307879"/>
            <a:ext cx="10379657" cy="112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A3643D0F-6DE1-473C-B4DF-8108C7D3E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734" y="2109282"/>
            <a:ext cx="6874009" cy="387783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B2E83FA-A27D-4120-A5D1-30416FA8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824" y="1440035"/>
            <a:ext cx="5334000" cy="462915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AF6F323-CF7D-4A9D-9622-2BFCA69780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2642" y="2173904"/>
            <a:ext cx="7026191" cy="3390992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DDEE3B0-6DF1-4805-B4D4-B8DB638ED8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5037" y="2808289"/>
            <a:ext cx="7321399" cy="218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D0A609-0F42-4687-A56D-710E0C13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Model</a:t>
            </a:r>
            <a:r>
              <a:rPr lang="en-US" dirty="0"/>
              <a:t> Diagnosis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7AB468-F2CB-4EC6-B29E-257285FA20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8456" y="585925"/>
            <a:ext cx="6056807" cy="59702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D5C34-FE36-486B-9701-B6A942D16F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4460" y="2127682"/>
            <a:ext cx="6153150" cy="3810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195E13C-7D85-4110-8DEE-05EB4229610E}"/>
              </a:ext>
            </a:extLst>
          </p:cNvPr>
          <p:cNvGrpSpPr/>
          <p:nvPr/>
        </p:nvGrpSpPr>
        <p:grpSpPr>
          <a:xfrm>
            <a:off x="1170516" y="3385278"/>
            <a:ext cx="2450237" cy="712280"/>
            <a:chOff x="1180730" y="4032682"/>
            <a:chExt cx="2450237" cy="71228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539D1D-FDE6-4BB6-BBB8-3C3AE945E48B}"/>
                </a:ext>
              </a:extLst>
            </p:cNvPr>
            <p:cNvSpPr txBox="1"/>
            <p:nvPr/>
          </p:nvSpPr>
          <p:spPr>
            <a:xfrm>
              <a:off x="1180730" y="4032682"/>
              <a:ext cx="2450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Posterior distribution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B199459-DC01-4027-82DC-8925CC015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05610" y="4402014"/>
              <a:ext cx="1800476" cy="342948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A9A93E-E423-4F8D-BD91-FE56CA320459}"/>
              </a:ext>
            </a:extLst>
          </p:cNvPr>
          <p:cNvGrpSpPr/>
          <p:nvPr/>
        </p:nvGrpSpPr>
        <p:grpSpPr>
          <a:xfrm>
            <a:off x="1147170" y="3411696"/>
            <a:ext cx="2450237" cy="726570"/>
            <a:chOff x="1180730" y="3386375"/>
            <a:chExt cx="2450237" cy="7265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BE52069-1B85-4586-99B4-AB07C1471E1C}"/>
                </a:ext>
              </a:extLst>
            </p:cNvPr>
            <p:cNvSpPr txBox="1"/>
            <p:nvPr/>
          </p:nvSpPr>
          <p:spPr>
            <a:xfrm>
              <a:off x="1180730" y="3386375"/>
              <a:ext cx="2450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Auto-correlation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D5A6704-41F4-4E05-89D9-56EEE9AA9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615440" y="3741418"/>
              <a:ext cx="1571844" cy="371527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DFC0F8-CF6A-4902-9BE5-A2C818B29445}"/>
              </a:ext>
            </a:extLst>
          </p:cNvPr>
          <p:cNvGrpSpPr/>
          <p:nvPr/>
        </p:nvGrpSpPr>
        <p:grpSpPr>
          <a:xfrm>
            <a:off x="1176243" y="3385278"/>
            <a:ext cx="2450237" cy="712280"/>
            <a:chOff x="1101031" y="4648613"/>
            <a:chExt cx="2450237" cy="71228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F5D93CF-65E5-4EBB-953F-17146605995A}"/>
                </a:ext>
              </a:extLst>
            </p:cNvPr>
            <p:cNvSpPr txBox="1"/>
            <p:nvPr/>
          </p:nvSpPr>
          <p:spPr>
            <a:xfrm>
              <a:off x="1101031" y="4648613"/>
              <a:ext cx="2450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Posterior summary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A9EC287-716F-4FF0-B570-2910CA6DA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95976" y="5017945"/>
              <a:ext cx="1076475" cy="342948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A1FEE1-21CB-4FDA-93AE-03FF32958C1B}"/>
              </a:ext>
            </a:extLst>
          </p:cNvPr>
          <p:cNvGrpSpPr/>
          <p:nvPr/>
        </p:nvGrpSpPr>
        <p:grpSpPr>
          <a:xfrm>
            <a:off x="1233484" y="3385673"/>
            <a:ext cx="2450237" cy="762131"/>
            <a:chOff x="1176242" y="5153414"/>
            <a:chExt cx="2450237" cy="7621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AC7E91-4F20-4661-83B5-A1CB34506999}"/>
                </a:ext>
              </a:extLst>
            </p:cNvPr>
            <p:cNvSpPr txBox="1"/>
            <p:nvPr/>
          </p:nvSpPr>
          <p:spPr>
            <a:xfrm>
              <a:off x="1176242" y="5153414"/>
              <a:ext cx="2450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Trace plot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4D2A036-4761-4A05-9E41-BFBE56985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605912" y="5524965"/>
              <a:ext cx="1581371" cy="39058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358F3A5-67A2-4C8C-BF67-AF778FA4BD88}"/>
              </a:ext>
            </a:extLst>
          </p:cNvPr>
          <p:cNvGrpSpPr/>
          <p:nvPr/>
        </p:nvGrpSpPr>
        <p:grpSpPr>
          <a:xfrm>
            <a:off x="1158843" y="3102784"/>
            <a:ext cx="2450237" cy="1017858"/>
            <a:chOff x="1182156" y="4392886"/>
            <a:chExt cx="2450237" cy="1017858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CEB9B1E0-5A50-40B7-AE69-4093846D6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668604" y="5039217"/>
              <a:ext cx="1428949" cy="371527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8A254BC-F653-4899-A502-F768DC971751}"/>
                </a:ext>
              </a:extLst>
            </p:cNvPr>
            <p:cNvSpPr txBox="1"/>
            <p:nvPr/>
          </p:nvSpPr>
          <p:spPr>
            <a:xfrm>
              <a:off x="1182156" y="4392886"/>
              <a:ext cx="245023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Rank order statistics of chains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59CF01C-DBD9-431F-8514-340E656515D0}"/>
              </a:ext>
            </a:extLst>
          </p:cNvPr>
          <p:cNvGrpSpPr/>
          <p:nvPr/>
        </p:nvGrpSpPr>
        <p:grpSpPr>
          <a:xfrm>
            <a:off x="43498" y="3092077"/>
            <a:ext cx="4836684" cy="1048859"/>
            <a:chOff x="206329" y="4858985"/>
            <a:chExt cx="4836684" cy="104885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F86B3D-E7A5-421A-B525-F9D15872164A}"/>
                </a:ext>
              </a:extLst>
            </p:cNvPr>
            <p:cNvSpPr txBox="1"/>
            <p:nvPr/>
          </p:nvSpPr>
          <p:spPr>
            <a:xfrm>
              <a:off x="206329" y="4858985"/>
              <a:ext cx="48366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Matrix of scatter plots, kernel density estimation, and marginal plots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8548196-96E4-4184-BB0F-3E96EEC94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677084" y="5564896"/>
              <a:ext cx="1457528" cy="342948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F558B91-1BBB-4442-9D6C-DB3AD3A76F83}"/>
              </a:ext>
            </a:extLst>
          </p:cNvPr>
          <p:cNvGrpSpPr/>
          <p:nvPr/>
        </p:nvGrpSpPr>
        <p:grpSpPr>
          <a:xfrm>
            <a:off x="396503" y="3421131"/>
            <a:ext cx="4085887" cy="683444"/>
            <a:chOff x="487316" y="5004753"/>
            <a:chExt cx="4085887" cy="683444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92C528-AD76-49F4-A2FC-F8428E33F2F3}"/>
                </a:ext>
              </a:extLst>
            </p:cNvPr>
            <p:cNvSpPr txBox="1"/>
            <p:nvPr/>
          </p:nvSpPr>
          <p:spPr>
            <a:xfrm>
              <a:off x="487316" y="5004753"/>
              <a:ext cx="40858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Evolution ESS plots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B32C84C9-D660-4F39-A885-BED13D66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655429" y="5392881"/>
              <a:ext cx="1724266" cy="295316"/>
            </a:xfrm>
            <a:prstGeom prst="rect">
              <a:avLst/>
            </a:prstGeom>
          </p:spPr>
        </p:pic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CB02F89B-2FB3-4F31-BC6D-5BB88C82E8EC}"/>
              </a:ext>
            </a:extLst>
          </p:cNvPr>
          <p:cNvSpPr txBox="1"/>
          <p:nvPr/>
        </p:nvSpPr>
        <p:spPr>
          <a:xfrm>
            <a:off x="359706" y="3088530"/>
            <a:ext cx="4085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Model comparison with AIC and WAIC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1C6C82-084F-4543-BB91-873F309C17D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11366" y="2893860"/>
            <a:ext cx="7001852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29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"/>
                            </p:stCondLst>
                            <p:childTnLst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000"/>
                            </p:stCondLst>
                            <p:childTnLst>
                              <p:par>
                                <p:cTn id="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4D04B-C950-4398-948E-07B19F89C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Under the wood</a:t>
            </a:r>
          </a:p>
        </p:txBody>
      </p:sp>
      <p:pic>
        <p:nvPicPr>
          <p:cNvPr id="2052" name="Picture 4" descr="pandas (software) - Wikipedia">
            <a:extLst>
              <a:ext uri="{FF2B5EF4-FFF2-40B4-BE49-F238E27FC236}">
                <a16:creationId xmlns:a16="http://schemas.microsoft.com/office/drawing/2014/main" id="{7A9DC73F-8A98-4529-A4AA-C6AB1D713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718" y="1755605"/>
            <a:ext cx="336232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rviZ: Exploratory analysis of Bayesian models — ArviZ 0.18.0 documentation">
            <a:extLst>
              <a:ext uri="{FF2B5EF4-FFF2-40B4-BE49-F238E27FC236}">
                <a16:creationId xmlns:a16="http://schemas.microsoft.com/office/drawing/2014/main" id="{C7AAADC8-CBBF-4D38-AEA3-EA140C2AD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347" y="5301032"/>
            <a:ext cx="37623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38297A-D67E-4EC5-8FCC-E4D69A20CA3B}"/>
              </a:ext>
            </a:extLst>
          </p:cNvPr>
          <p:cNvSpPr/>
          <p:nvPr/>
        </p:nvSpPr>
        <p:spPr>
          <a:xfrm>
            <a:off x="4862005" y="2132221"/>
            <a:ext cx="2444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Data manipulation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BB435-7251-4392-B748-2A497798E60A}"/>
              </a:ext>
            </a:extLst>
          </p:cNvPr>
          <p:cNvSpPr/>
          <p:nvPr/>
        </p:nvSpPr>
        <p:spPr>
          <a:xfrm>
            <a:off x="6605772" y="3573198"/>
            <a:ext cx="39867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Model definition and building</a:t>
            </a:r>
          </a:p>
          <a:p>
            <a:endParaRPr lang="en-US" dirty="0"/>
          </a:p>
          <a:p>
            <a:r>
              <a:rPr lang="en-US" dirty="0"/>
              <a:t>Parameter optimization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FC4AD5-1408-4EDD-8AE1-55BB78AEB02F}"/>
              </a:ext>
            </a:extLst>
          </p:cNvPr>
          <p:cNvSpPr/>
          <p:nvPr/>
        </p:nvSpPr>
        <p:spPr>
          <a:xfrm>
            <a:off x="9976189" y="5717569"/>
            <a:ext cx="12330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Diagnosis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796275-35E8-4F09-AF09-02BD2E5251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1139"/>
          <a:stretch/>
        </p:blipFill>
        <p:spPr>
          <a:xfrm>
            <a:off x="2729774" y="3594926"/>
            <a:ext cx="3796326" cy="92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12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F3FB4C-BC2B-40FD-AC9A-A9D12B78A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Why </a:t>
            </a:r>
            <a:r>
              <a:rPr lang="en-US" dirty="0" err="1">
                <a:solidFill>
                  <a:srgbClr val="FFFF00"/>
                </a:solidFill>
              </a:rPr>
              <a:t>tensorflow</a:t>
            </a:r>
            <a:r>
              <a:rPr lang="en-US" dirty="0">
                <a:solidFill>
                  <a:srgbClr val="FFFF00"/>
                </a:solidFill>
              </a:rPr>
              <a:t> probability (TFP) 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F3BA940-C004-4CBA-B043-E6890C035B95}"/>
              </a:ext>
            </a:extLst>
          </p:cNvPr>
          <p:cNvSpPr/>
          <p:nvPr/>
        </p:nvSpPr>
        <p:spPr>
          <a:xfrm>
            <a:off x="5336279" y="3520524"/>
            <a:ext cx="914400" cy="91440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TFP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552511-C646-4A9D-BE36-F4943E95D102}"/>
              </a:ext>
            </a:extLst>
          </p:cNvPr>
          <p:cNvSpPr/>
          <p:nvPr/>
        </p:nvSpPr>
        <p:spPr>
          <a:xfrm>
            <a:off x="8341213" y="2351210"/>
            <a:ext cx="36038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Bayesian Inference on </a:t>
            </a:r>
          </a:p>
          <a:p>
            <a:r>
              <a:rPr lang="en-US" b="1" dirty="0"/>
              <a:t>Structured Probabilistic Models</a:t>
            </a:r>
            <a:endParaRPr lang="en-US" dirty="0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C2931B5-96EA-4BE7-ACFF-F17F3AE85760}"/>
              </a:ext>
            </a:extLst>
          </p:cNvPr>
          <p:cNvCxnSpPr>
            <a:cxnSpLocks/>
            <a:stCxn id="15" idx="7"/>
            <a:endCxn id="27" idx="1"/>
          </p:cNvCxnSpPr>
          <p:nvPr/>
        </p:nvCxnSpPr>
        <p:spPr>
          <a:xfrm rot="5400000" flipH="1" flipV="1">
            <a:off x="6738961" y="2052184"/>
            <a:ext cx="980059" cy="2224445"/>
          </a:xfrm>
          <a:prstGeom prst="curvedConnector2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6B6D463-5BE0-41C9-9413-E16204D11F93}"/>
              </a:ext>
            </a:extLst>
          </p:cNvPr>
          <p:cNvSpPr/>
          <p:nvPr/>
        </p:nvSpPr>
        <p:spPr>
          <a:xfrm>
            <a:off x="8341213" y="3805758"/>
            <a:ext cx="21900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High Performance</a:t>
            </a:r>
            <a:endParaRPr lang="en-US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5B73A7BF-9ABD-4F41-B38C-93E112051982}"/>
              </a:ext>
            </a:extLst>
          </p:cNvPr>
          <p:cNvCxnSpPr>
            <a:cxnSpLocks/>
            <a:stCxn id="15" idx="6"/>
            <a:endCxn id="30" idx="1"/>
          </p:cNvCxnSpPr>
          <p:nvPr/>
        </p:nvCxnSpPr>
        <p:spPr>
          <a:xfrm>
            <a:off x="6250679" y="3977724"/>
            <a:ext cx="2090534" cy="12700"/>
          </a:xfrm>
          <a:prstGeom prst="curvedConnector3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BCF250DC-FC53-4974-934E-27F1DA457009}"/>
              </a:ext>
            </a:extLst>
          </p:cNvPr>
          <p:cNvSpPr/>
          <p:nvPr/>
        </p:nvSpPr>
        <p:spPr>
          <a:xfrm>
            <a:off x="313495" y="5286982"/>
            <a:ext cx="13372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Scalability</a:t>
            </a:r>
            <a:endParaRPr lang="en-US" dirty="0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DFBB7354-5AD7-45E1-862B-292946F0ED13}"/>
              </a:ext>
            </a:extLst>
          </p:cNvPr>
          <p:cNvCxnSpPr>
            <a:cxnSpLocks/>
            <a:stCxn id="15" idx="5"/>
            <a:endCxn id="47" idx="1"/>
          </p:cNvCxnSpPr>
          <p:nvPr/>
        </p:nvCxnSpPr>
        <p:spPr>
          <a:xfrm rot="16200000" flipH="1">
            <a:off x="6582787" y="3834994"/>
            <a:ext cx="1235093" cy="2167130"/>
          </a:xfrm>
          <a:prstGeom prst="curvedConnector2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BDC22925-625F-4817-A158-9797EFEA1F83}"/>
              </a:ext>
            </a:extLst>
          </p:cNvPr>
          <p:cNvSpPr/>
          <p:nvPr/>
        </p:nvSpPr>
        <p:spPr>
          <a:xfrm>
            <a:off x="8283898" y="5351440"/>
            <a:ext cx="12089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Flexibility</a:t>
            </a:r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3499AB9-5CAC-4961-B6F8-D67F8A7710C2}"/>
              </a:ext>
            </a:extLst>
          </p:cNvPr>
          <p:cNvSpPr/>
          <p:nvPr/>
        </p:nvSpPr>
        <p:spPr>
          <a:xfrm>
            <a:off x="178301" y="3816577"/>
            <a:ext cx="31694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Integration with TensorFlow</a:t>
            </a:r>
            <a:endParaRPr lang="en-US" dirty="0"/>
          </a:p>
        </p:txBody>
      </p:sp>
      <p:cxnSp>
        <p:nvCxnSpPr>
          <p:cNvPr id="54" name="Connector: Curved 53">
            <a:extLst>
              <a:ext uri="{FF2B5EF4-FFF2-40B4-BE49-F238E27FC236}">
                <a16:creationId xmlns:a16="http://schemas.microsoft.com/office/drawing/2014/main" id="{5637CA87-0042-4886-8719-576B52858C11}"/>
              </a:ext>
            </a:extLst>
          </p:cNvPr>
          <p:cNvCxnSpPr>
            <a:cxnSpLocks/>
            <a:stCxn id="15" idx="3"/>
          </p:cNvCxnSpPr>
          <p:nvPr/>
        </p:nvCxnSpPr>
        <p:spPr>
          <a:xfrm rot="5400000">
            <a:off x="3893096" y="3894553"/>
            <a:ext cx="1170635" cy="1983554"/>
          </a:xfrm>
          <a:prstGeom prst="curvedConnector2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25B33351-2356-45AA-B9EF-02237BCBC24E}"/>
              </a:ext>
            </a:extLst>
          </p:cNvPr>
          <p:cNvSpPr/>
          <p:nvPr/>
        </p:nvSpPr>
        <p:spPr>
          <a:xfrm>
            <a:off x="982108" y="4306302"/>
            <a:ext cx="2308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Probabilistic Layers</a:t>
            </a:r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5E77DF20-F612-4BBC-BD1B-3A2233EC8B69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3617398" y="3977724"/>
            <a:ext cx="1718881" cy="10390"/>
          </a:xfrm>
          <a:prstGeom prst="curvedConnector3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4DB0527F-C2CD-480A-957E-7BC35A63535E}"/>
              </a:ext>
            </a:extLst>
          </p:cNvPr>
          <p:cNvSpPr/>
          <p:nvPr/>
        </p:nvSpPr>
        <p:spPr>
          <a:xfrm>
            <a:off x="186228" y="2489710"/>
            <a:ext cx="3567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Integration with Other Libraries</a:t>
            </a:r>
            <a:endParaRPr lang="en-US" dirty="0"/>
          </a:p>
        </p:txBody>
      </p:sp>
      <p:cxnSp>
        <p:nvCxnSpPr>
          <p:cNvPr id="61" name="Connector: Curved 60">
            <a:extLst>
              <a:ext uri="{FF2B5EF4-FFF2-40B4-BE49-F238E27FC236}">
                <a16:creationId xmlns:a16="http://schemas.microsoft.com/office/drawing/2014/main" id="{208E3E03-D562-445C-9FBB-D7B7E5AFD2E4}"/>
              </a:ext>
            </a:extLst>
          </p:cNvPr>
          <p:cNvCxnSpPr>
            <a:cxnSpLocks/>
            <a:stCxn id="15" idx="1"/>
            <a:endCxn id="59" idx="3"/>
          </p:cNvCxnSpPr>
          <p:nvPr/>
        </p:nvCxnSpPr>
        <p:spPr>
          <a:xfrm rot="16200000" flipV="1">
            <a:off x="4121681" y="2305926"/>
            <a:ext cx="980059" cy="1716960"/>
          </a:xfrm>
          <a:prstGeom prst="curvedConnector2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8B9F0-2731-476C-AED9-1DE3E1514D65}"/>
              </a:ext>
            </a:extLst>
          </p:cNvPr>
          <p:cNvSpPr/>
          <p:nvPr/>
        </p:nvSpPr>
        <p:spPr>
          <a:xfrm>
            <a:off x="9112704" y="4179988"/>
            <a:ext cx="269496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Distributed computing</a:t>
            </a:r>
          </a:p>
          <a:p>
            <a:r>
              <a:rPr lang="en-US" dirty="0" err="1"/>
              <a:t>Vectorised</a:t>
            </a:r>
            <a:r>
              <a:rPr lang="en-US" dirty="0"/>
              <a:t> operations</a:t>
            </a:r>
          </a:p>
          <a:p>
            <a:r>
              <a:rPr lang="en-US" dirty="0" err="1"/>
              <a:t>Parallelised</a:t>
            </a:r>
            <a:r>
              <a:rPr lang="en-US" dirty="0"/>
              <a:t> operations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E2D738-F9A5-43CD-A979-14843E85A104}"/>
              </a:ext>
            </a:extLst>
          </p:cNvPr>
          <p:cNvCxnSpPr>
            <a:cxnSpLocks/>
          </p:cNvCxnSpPr>
          <p:nvPr/>
        </p:nvCxnSpPr>
        <p:spPr>
          <a:xfrm>
            <a:off x="8684698" y="4175090"/>
            <a:ext cx="0" cy="79061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D46F89-AA07-471A-A680-84F371D052B8}"/>
              </a:ext>
            </a:extLst>
          </p:cNvPr>
          <p:cNvCxnSpPr>
            <a:cxnSpLocks/>
          </p:cNvCxnSpPr>
          <p:nvPr/>
        </p:nvCxnSpPr>
        <p:spPr>
          <a:xfrm flipH="1">
            <a:off x="8684697" y="4386744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3E1984-7E8D-4B0B-AEE0-FD06E06176C6}"/>
              </a:ext>
            </a:extLst>
          </p:cNvPr>
          <p:cNvCxnSpPr>
            <a:cxnSpLocks/>
          </p:cNvCxnSpPr>
          <p:nvPr/>
        </p:nvCxnSpPr>
        <p:spPr>
          <a:xfrm flipH="1">
            <a:off x="8684697" y="4675634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18AE7BA-51CD-4C80-83F3-F978F990A75D}"/>
              </a:ext>
            </a:extLst>
          </p:cNvPr>
          <p:cNvCxnSpPr>
            <a:cxnSpLocks/>
          </p:cNvCxnSpPr>
          <p:nvPr/>
        </p:nvCxnSpPr>
        <p:spPr>
          <a:xfrm flipH="1">
            <a:off x="8684697" y="4967734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ABE918A-FCF7-4221-BE90-985F0262E435}"/>
              </a:ext>
            </a:extLst>
          </p:cNvPr>
          <p:cNvCxnSpPr>
            <a:cxnSpLocks/>
          </p:cNvCxnSpPr>
          <p:nvPr/>
        </p:nvCxnSpPr>
        <p:spPr>
          <a:xfrm>
            <a:off x="996724" y="5757558"/>
            <a:ext cx="0" cy="211654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A385950-8C09-4DBE-B52A-EE1B6A09FBA4}"/>
              </a:ext>
            </a:extLst>
          </p:cNvPr>
          <p:cNvCxnSpPr>
            <a:cxnSpLocks/>
          </p:cNvCxnSpPr>
          <p:nvPr/>
        </p:nvCxnSpPr>
        <p:spPr>
          <a:xfrm flipH="1">
            <a:off x="996723" y="5969212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ED42848-2774-4B95-B330-C64AEC00C58E}"/>
              </a:ext>
            </a:extLst>
          </p:cNvPr>
          <p:cNvSpPr/>
          <p:nvPr/>
        </p:nvSpPr>
        <p:spPr>
          <a:xfrm>
            <a:off x="1404111" y="5794548"/>
            <a:ext cx="17892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CPU, GPU, TPU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B61ACA6-D313-4919-864A-2850CA851E98}"/>
              </a:ext>
            </a:extLst>
          </p:cNvPr>
          <p:cNvCxnSpPr>
            <a:cxnSpLocks/>
          </p:cNvCxnSpPr>
          <p:nvPr/>
        </p:nvCxnSpPr>
        <p:spPr>
          <a:xfrm>
            <a:off x="8705317" y="5713852"/>
            <a:ext cx="0" cy="513244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99F1F0-003A-41CE-8758-376549706B27}"/>
              </a:ext>
            </a:extLst>
          </p:cNvPr>
          <p:cNvCxnSpPr>
            <a:cxnSpLocks/>
          </p:cNvCxnSpPr>
          <p:nvPr/>
        </p:nvCxnSpPr>
        <p:spPr>
          <a:xfrm flipH="1">
            <a:off x="8705316" y="5925506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FD2272D-590C-4795-8376-EFC0A32A3C05}"/>
              </a:ext>
            </a:extLst>
          </p:cNvPr>
          <p:cNvCxnSpPr>
            <a:cxnSpLocks/>
          </p:cNvCxnSpPr>
          <p:nvPr/>
        </p:nvCxnSpPr>
        <p:spPr>
          <a:xfrm flipH="1">
            <a:off x="8705316" y="6227096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66DB156-E3E4-46B8-B97D-AE09ABB5521F}"/>
              </a:ext>
            </a:extLst>
          </p:cNvPr>
          <p:cNvSpPr/>
          <p:nvPr/>
        </p:nvSpPr>
        <p:spPr>
          <a:xfrm>
            <a:off x="9126737" y="5758951"/>
            <a:ext cx="306526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Windows, Linux, Mac</a:t>
            </a:r>
          </a:p>
          <a:p>
            <a:r>
              <a:rPr lang="en-US" dirty="0"/>
              <a:t>Computer, tablet, phone,</a:t>
            </a:r>
          </a:p>
          <a:p>
            <a:r>
              <a:rPr lang="en-US" dirty="0"/>
              <a:t>Server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33526B5-35B8-4A50-9EEF-20AD75B1E9AF}"/>
              </a:ext>
            </a:extLst>
          </p:cNvPr>
          <p:cNvCxnSpPr>
            <a:cxnSpLocks/>
          </p:cNvCxnSpPr>
          <p:nvPr/>
        </p:nvCxnSpPr>
        <p:spPr>
          <a:xfrm>
            <a:off x="574720" y="4185909"/>
            <a:ext cx="1" cy="305059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1B1E83C-47D1-4269-B4C2-0B6E1262B078}"/>
              </a:ext>
            </a:extLst>
          </p:cNvPr>
          <p:cNvCxnSpPr>
            <a:cxnSpLocks/>
          </p:cNvCxnSpPr>
          <p:nvPr/>
        </p:nvCxnSpPr>
        <p:spPr>
          <a:xfrm flipH="1">
            <a:off x="574720" y="4490968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716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5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0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00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500"/>
                            </p:stCondLst>
                            <p:childTnLst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50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000"/>
                            </p:stCondLst>
                            <p:childTnLst>
                              <p:par>
                                <p:cTn id="9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500"/>
                            </p:stCondLst>
                            <p:childTnLst>
                              <p:par>
                                <p:cTn id="9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0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000"/>
                            </p:stCondLst>
                            <p:childTnLst>
                              <p:par>
                                <p:cTn id="121" presetID="10" presetClass="entr" presetSubtype="0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50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0" grpId="0"/>
      <p:bldP spid="36" grpId="0"/>
      <p:bldP spid="47" grpId="0"/>
      <p:bldP spid="52" grpId="0"/>
      <p:bldP spid="56" grpId="0"/>
      <p:bldP spid="5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 : testing different models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302B6-A4E4-405A-B392-C150978E4EBD}"/>
              </a:ext>
            </a:extLst>
          </p:cNvPr>
          <p:cNvSpPr/>
          <p:nvPr/>
        </p:nvSpPr>
        <p:spPr>
          <a:xfrm>
            <a:off x="3161288" y="1447062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variable: Model (model 4.3)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Categorical variable: Model (model 5.9)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interactions terms (model 8.3)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(model 11.1)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with indices (model 11.4)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Poisson (model 11.10)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Negative binomial (model 11.12)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Multinomial (m11.13, m11.14)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Beta binomial (model m12.1)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Zero inflated outcomes (model m12.13, m12.14)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outcomes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predictors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</a:t>
            </a:r>
            <a:r>
              <a:rPr lang="en-US" dirty="0" err="1"/>
              <a:t>interceps</a:t>
            </a:r>
            <a:r>
              <a:rPr lang="en-US" dirty="0"/>
              <a:t> (model m13.2)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effects (model m14.1)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FFFF00"/>
                </a:solidFill>
              </a:rPr>
              <a:t>Multiple </a:t>
            </a:r>
            <a:r>
              <a:rPr lang="fr-FR" dirty="0" err="1">
                <a:solidFill>
                  <a:srgbClr val="FFFF00"/>
                </a:solidFill>
              </a:rPr>
              <a:t>random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effects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FFFF00"/>
                </a:solidFill>
              </a:rPr>
              <a:t>Networks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00"/>
                </a:solidFill>
              </a:rPr>
              <a:t>Gaussian process</a:t>
            </a:r>
          </a:p>
        </p:txBody>
      </p:sp>
    </p:spTree>
    <p:extLst>
      <p:ext uri="{BB962C8B-B14F-4D97-AF65-F5344CB8AC3E}">
        <p14:creationId xmlns:p14="http://schemas.microsoft.com/office/powerpoint/2010/main" val="409150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911" y="452718"/>
            <a:ext cx="11132024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evaluating models’ estimations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E131EB1-273B-D660-764B-F98A5C1A73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24" b="2773"/>
          <a:stretch/>
        </p:blipFill>
        <p:spPr>
          <a:xfrm>
            <a:off x="1173343" y="1278755"/>
            <a:ext cx="10050309" cy="537647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599FC09-69F1-C61A-48FB-55673B783932}"/>
              </a:ext>
            </a:extLst>
          </p:cNvPr>
          <p:cNvSpPr/>
          <p:nvPr/>
        </p:nvSpPr>
        <p:spPr>
          <a:xfrm>
            <a:off x="9777330" y="4788311"/>
            <a:ext cx="56047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ECFB4A-1A10-1E9A-DB27-A02B81520072}"/>
              </a:ext>
            </a:extLst>
          </p:cNvPr>
          <p:cNvSpPr/>
          <p:nvPr/>
        </p:nvSpPr>
        <p:spPr>
          <a:xfrm>
            <a:off x="7211930" y="4788311"/>
            <a:ext cx="75351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287D8B-A0A6-3C05-6EAF-1475155CB5D8}"/>
              </a:ext>
            </a:extLst>
          </p:cNvPr>
          <p:cNvSpPr/>
          <p:nvPr/>
        </p:nvSpPr>
        <p:spPr>
          <a:xfrm>
            <a:off x="9696050" y="3025551"/>
            <a:ext cx="70779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B54A3F-9C13-666F-1ED0-66FE9A3E07D7}"/>
              </a:ext>
            </a:extLst>
          </p:cNvPr>
          <p:cNvSpPr/>
          <p:nvPr/>
        </p:nvSpPr>
        <p:spPr>
          <a:xfrm>
            <a:off x="4732890" y="1270214"/>
            <a:ext cx="70779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1A8546-545C-4A21-BB0E-488BFE993F64}"/>
              </a:ext>
            </a:extLst>
          </p:cNvPr>
          <p:cNvSpPr/>
          <p:nvPr/>
        </p:nvSpPr>
        <p:spPr>
          <a:xfrm>
            <a:off x="2288394" y="1251926"/>
            <a:ext cx="70779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8948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DAF6-35E0-448A-BEE9-BE35C8E5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Speed 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2D5E09-9708-4F96-B194-5C685BDF3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674251"/>
              </p:ext>
            </p:extLst>
          </p:nvPr>
        </p:nvGraphicFramePr>
        <p:xfrm>
          <a:off x="2899997" y="2246435"/>
          <a:ext cx="5829300" cy="3771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0558">
                  <a:extLst>
                    <a:ext uri="{9D8B030D-6E8A-4147-A177-3AD203B41FA5}">
                      <a16:colId xmlns:a16="http://schemas.microsoft.com/office/drawing/2014/main" val="695145205"/>
                    </a:ext>
                  </a:extLst>
                </a:gridCol>
                <a:gridCol w="761585">
                  <a:extLst>
                    <a:ext uri="{9D8B030D-6E8A-4147-A177-3AD203B41FA5}">
                      <a16:colId xmlns:a16="http://schemas.microsoft.com/office/drawing/2014/main" val="1762041776"/>
                    </a:ext>
                  </a:extLst>
                </a:gridCol>
                <a:gridCol w="2237157">
                  <a:extLst>
                    <a:ext uri="{9D8B030D-6E8A-4147-A177-3AD203B41FA5}">
                      <a16:colId xmlns:a16="http://schemas.microsoft.com/office/drawing/2014/main" val="44748422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>
                          <a:effectLst/>
                        </a:rPr>
                        <a:t> 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BI 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STAN (with compilation)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0377992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Continuous variable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2.63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11.71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2997029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Categorical variable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4.55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13.05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9603154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Continuous interactions terms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7.87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11.31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4890746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Binomial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1.8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10.81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395448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Binomial with indices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2.58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420095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Poisson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11.75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14.24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414131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Negative 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4.78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55161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Multinomial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5.26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12.79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0037205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Beta 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4.26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7546724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Negative-binomial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4.7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0989588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Zero inflated outcomes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5.2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3903447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Varying interceps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4.96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134775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Varying effects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13.63</a:t>
                      </a:r>
                      <a:endParaRPr lang="en-US" sz="11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effectLst/>
                        </a:rPr>
                        <a:t>24.6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0148345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4EBCD76-7599-42E0-B2DD-A67894796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4413177"/>
              </p:ext>
            </p:extLst>
          </p:nvPr>
        </p:nvGraphicFramePr>
        <p:xfrm>
          <a:off x="2899997" y="2246435"/>
          <a:ext cx="8788400" cy="3771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0055">
                  <a:extLst>
                    <a:ext uri="{9D8B030D-6E8A-4147-A177-3AD203B41FA5}">
                      <a16:colId xmlns:a16="http://schemas.microsoft.com/office/drawing/2014/main" val="3912072565"/>
                    </a:ext>
                  </a:extLst>
                </a:gridCol>
                <a:gridCol w="761450">
                  <a:extLst>
                    <a:ext uri="{9D8B030D-6E8A-4147-A177-3AD203B41FA5}">
                      <a16:colId xmlns:a16="http://schemas.microsoft.com/office/drawing/2014/main" val="1888955939"/>
                    </a:ext>
                  </a:extLst>
                </a:gridCol>
                <a:gridCol w="2236759">
                  <a:extLst>
                    <a:ext uri="{9D8B030D-6E8A-4147-A177-3AD203B41FA5}">
                      <a16:colId xmlns:a16="http://schemas.microsoft.com/office/drawing/2014/main" val="3675560728"/>
                    </a:ext>
                  </a:extLst>
                </a:gridCol>
                <a:gridCol w="2960136">
                  <a:extLst>
                    <a:ext uri="{9D8B030D-6E8A-4147-A177-3AD203B41FA5}">
                      <a16:colId xmlns:a16="http://schemas.microsoft.com/office/drawing/2014/main" val="41031880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>
                          <a:effectLst/>
                        </a:rPr>
                        <a:t> 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BI 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STAN (with compilation)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STAN (without compilation)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165948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Continuous variable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11.71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0.41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7043339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Categorical variable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4.55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13.05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3134483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Continuous interactions terms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7.87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11.31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0.31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999486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Binomial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10.81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49017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Binomial with indices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2.58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1.19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1542275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Poisson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11.75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14.24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932689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Negative 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4.78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429019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Multinomial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5.26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12.79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885158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Beta 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4.26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12.89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766075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Negative-binomial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11.42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122228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Zero inflated outcomes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5.2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effectLst/>
                        </a:rPr>
                        <a:t>11.07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8266499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Varying interceps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4.96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effectLst/>
                        </a:rPr>
                        <a:t>12.14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0.54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064780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u="none" strike="noStrike">
                          <a:effectLst/>
                        </a:rPr>
                        <a:t>Varying effects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13.63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>
                          <a:effectLst/>
                        </a:rPr>
                        <a:t>24.6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1706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71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A8EA-A08D-472C-ACCE-57430D38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BI V2 :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098" name="Picture 2" descr="Google JAX - Wikipedia">
            <a:extLst>
              <a:ext uri="{FF2B5EF4-FFF2-40B4-BE49-F238E27FC236}">
                <a16:creationId xmlns:a16="http://schemas.microsoft.com/office/drawing/2014/main" id="{E227F36F-AFB9-40A3-A9E5-36B301CBA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628" y="2694878"/>
            <a:ext cx="2538104" cy="1457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B0113E-1FE0-4981-8A2F-729A8E5E0E2B}"/>
              </a:ext>
            </a:extLst>
          </p:cNvPr>
          <p:cNvSpPr txBox="1"/>
          <p:nvPr/>
        </p:nvSpPr>
        <p:spPr>
          <a:xfrm>
            <a:off x="4432002" y="3174239"/>
            <a:ext cx="4039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Mathematical operations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A332DC-027E-4C42-8530-C0845C790ABA}"/>
              </a:ext>
            </a:extLst>
          </p:cNvPr>
          <p:cNvSpPr/>
          <p:nvPr/>
        </p:nvSpPr>
        <p:spPr>
          <a:xfrm>
            <a:off x="8041586" y="4204612"/>
            <a:ext cx="29482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Just-In-Time Compilation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D19CCF-F3B9-4A25-A4B0-74FDD55E1DA7}"/>
              </a:ext>
            </a:extLst>
          </p:cNvPr>
          <p:cNvSpPr/>
          <p:nvPr/>
        </p:nvSpPr>
        <p:spPr>
          <a:xfrm>
            <a:off x="4774225" y="5892775"/>
            <a:ext cx="2640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Ecosystem Integration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82C910-C1FA-425E-AC43-7F96089649A3}"/>
              </a:ext>
            </a:extLst>
          </p:cNvPr>
          <p:cNvSpPr/>
          <p:nvPr/>
        </p:nvSpPr>
        <p:spPr>
          <a:xfrm>
            <a:off x="4774225" y="4850943"/>
            <a:ext cx="2627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Flexibility &amp; scalability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2639F0-1669-4A74-A3EC-65DF4147F6BE}"/>
              </a:ext>
            </a:extLst>
          </p:cNvPr>
          <p:cNvSpPr/>
          <p:nvPr/>
        </p:nvSpPr>
        <p:spPr>
          <a:xfrm>
            <a:off x="4951126" y="1987064"/>
            <a:ext cx="232484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Composable Function Transformations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5A5A25-0802-4AA5-9273-B84067738827}"/>
              </a:ext>
            </a:extLst>
          </p:cNvPr>
          <p:cNvSpPr/>
          <p:nvPr/>
        </p:nvSpPr>
        <p:spPr>
          <a:xfrm>
            <a:off x="8075763" y="2130247"/>
            <a:ext cx="340391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Dispersed, vectored, and paralleled operations</a:t>
            </a: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CB05E7E-7834-4D59-BCFF-7F9C76204A3E}"/>
              </a:ext>
            </a:extLst>
          </p:cNvPr>
          <p:cNvSpPr/>
          <p:nvPr/>
        </p:nvSpPr>
        <p:spPr>
          <a:xfrm>
            <a:off x="2546005" y="3033361"/>
            <a:ext cx="914400" cy="91440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JAX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65C92DA6-FD60-4476-8CF7-18A536924F0E}"/>
              </a:ext>
            </a:extLst>
          </p:cNvPr>
          <p:cNvCxnSpPr>
            <a:cxnSpLocks/>
            <a:stCxn id="26" idx="6"/>
            <a:endCxn id="19" idx="1"/>
          </p:cNvCxnSpPr>
          <p:nvPr/>
        </p:nvCxnSpPr>
        <p:spPr>
          <a:xfrm flipV="1">
            <a:off x="3460405" y="2448729"/>
            <a:ext cx="1490721" cy="1041832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4EE7048C-02C9-4F6C-8E26-13B8CA9EE06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7275974" y="2448729"/>
            <a:ext cx="799789" cy="4684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98FA779A-26BE-4F69-B5ED-EA149011ACE6}"/>
              </a:ext>
            </a:extLst>
          </p:cNvPr>
          <p:cNvCxnSpPr>
            <a:cxnSpLocks/>
            <a:stCxn id="19" idx="3"/>
            <a:endCxn id="5" idx="1"/>
          </p:cNvCxnSpPr>
          <p:nvPr/>
        </p:nvCxnSpPr>
        <p:spPr>
          <a:xfrm>
            <a:off x="7275974" y="2448729"/>
            <a:ext cx="765612" cy="1940549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40167BDD-E370-4F12-91D5-487F2BF31090}"/>
              </a:ext>
            </a:extLst>
          </p:cNvPr>
          <p:cNvCxnSpPr>
            <a:cxnSpLocks/>
            <a:stCxn id="26" idx="6"/>
            <a:endCxn id="7" idx="1"/>
          </p:cNvCxnSpPr>
          <p:nvPr/>
        </p:nvCxnSpPr>
        <p:spPr>
          <a:xfrm>
            <a:off x="3460405" y="3490561"/>
            <a:ext cx="1313820" cy="2586880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246F5C39-78E2-4179-A5C4-B2EF2720BE28}"/>
              </a:ext>
            </a:extLst>
          </p:cNvPr>
          <p:cNvCxnSpPr>
            <a:cxnSpLocks/>
            <a:stCxn id="26" idx="6"/>
            <a:endCxn id="8" idx="1"/>
          </p:cNvCxnSpPr>
          <p:nvPr/>
        </p:nvCxnSpPr>
        <p:spPr>
          <a:xfrm>
            <a:off x="3460405" y="3490561"/>
            <a:ext cx="1313820" cy="1545048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AA0EAFE-E9E0-4D56-AFF8-E580AB873696}"/>
              </a:ext>
            </a:extLst>
          </p:cNvPr>
          <p:cNvSpPr/>
          <p:nvPr/>
        </p:nvSpPr>
        <p:spPr>
          <a:xfrm>
            <a:off x="2414180" y="452717"/>
            <a:ext cx="2775119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200" dirty="0">
                <a:latin typeface="+mj-lt"/>
                <a:ea typeface="+mj-ea"/>
                <a:cs typeface="+mj-cs"/>
              </a:rPr>
              <a:t>Why JAX?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A1B6F5-A163-4A17-B792-52A1B3BB2E9B}"/>
              </a:ext>
            </a:extLst>
          </p:cNvPr>
          <p:cNvSpPr/>
          <p:nvPr/>
        </p:nvSpPr>
        <p:spPr>
          <a:xfrm>
            <a:off x="2412577" y="449946"/>
            <a:ext cx="2457724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200" dirty="0">
                <a:latin typeface="+mj-lt"/>
                <a:ea typeface="+mj-ea"/>
                <a:cs typeface="+mj-cs"/>
              </a:rPr>
              <a:t>With JAX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2A0938-6C3A-46BD-AA86-399811D03985}"/>
              </a:ext>
            </a:extLst>
          </p:cNvPr>
          <p:cNvSpPr/>
          <p:nvPr/>
        </p:nvSpPr>
        <p:spPr>
          <a:xfrm>
            <a:off x="8041586" y="345236"/>
            <a:ext cx="35895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Automatic Differentiation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96DF1A-EA5E-4823-A114-8FA9A0185BD0}"/>
              </a:ext>
            </a:extLst>
          </p:cNvPr>
          <p:cNvSpPr/>
          <p:nvPr/>
        </p:nvSpPr>
        <p:spPr>
          <a:xfrm>
            <a:off x="8765110" y="766771"/>
            <a:ext cx="32026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Century Gothic" panose="020B0502020202020204" pitchFamily="34" charset="0"/>
              </a:rPr>
              <a:t>Computing the derivatives: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grad(f)(x)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hessian(f)(x)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jacobian</a:t>
            </a:r>
            <a:r>
              <a:rPr lang="en-US" dirty="0"/>
              <a:t>(g)(x)</a:t>
            </a:r>
            <a:endParaRPr lang="en-US" dirty="0">
              <a:effectLst/>
            </a:endParaRP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FC21B4A8-DAB4-4208-A928-BD27736EE28C}"/>
              </a:ext>
            </a:extLst>
          </p:cNvPr>
          <p:cNvCxnSpPr>
            <a:cxnSpLocks/>
            <a:stCxn id="19" idx="3"/>
            <a:endCxn id="18" idx="1"/>
          </p:cNvCxnSpPr>
          <p:nvPr/>
        </p:nvCxnSpPr>
        <p:spPr>
          <a:xfrm flipV="1">
            <a:off x="7275974" y="529902"/>
            <a:ext cx="765612" cy="1918827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B796EE37-87AE-46C7-B911-8376BF887DD0}"/>
              </a:ext>
            </a:extLst>
          </p:cNvPr>
          <p:cNvSpPr/>
          <p:nvPr/>
        </p:nvSpPr>
        <p:spPr>
          <a:xfrm>
            <a:off x="8813860" y="4639289"/>
            <a:ext cx="26276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Century Gothic" panose="020B0502020202020204" pitchFamily="34" charset="0"/>
              </a:rPr>
              <a:t>Compiles parts of the program during its execution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7E2F921-08CC-4E7B-AFE1-6057FB62D601}"/>
              </a:ext>
            </a:extLst>
          </p:cNvPr>
          <p:cNvCxnSpPr>
            <a:cxnSpLocks/>
          </p:cNvCxnSpPr>
          <p:nvPr/>
        </p:nvCxnSpPr>
        <p:spPr>
          <a:xfrm>
            <a:off x="8357723" y="727116"/>
            <a:ext cx="0" cy="211654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7D0D81D-5C73-480F-B0B5-FEC22CA6B23C}"/>
              </a:ext>
            </a:extLst>
          </p:cNvPr>
          <p:cNvCxnSpPr>
            <a:cxnSpLocks/>
          </p:cNvCxnSpPr>
          <p:nvPr/>
        </p:nvCxnSpPr>
        <p:spPr>
          <a:xfrm flipH="1">
            <a:off x="8357722" y="938770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FED8C54-6A2B-4A6A-BEA5-A995E4AE9BEA}"/>
              </a:ext>
            </a:extLst>
          </p:cNvPr>
          <p:cNvCxnSpPr>
            <a:cxnSpLocks/>
          </p:cNvCxnSpPr>
          <p:nvPr/>
        </p:nvCxnSpPr>
        <p:spPr>
          <a:xfrm>
            <a:off x="8406473" y="4639289"/>
            <a:ext cx="0" cy="211654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234BBDD-42A9-4BDD-BAE8-3FEB323A3959}"/>
              </a:ext>
            </a:extLst>
          </p:cNvPr>
          <p:cNvCxnSpPr>
            <a:cxnSpLocks/>
          </p:cNvCxnSpPr>
          <p:nvPr/>
        </p:nvCxnSpPr>
        <p:spPr>
          <a:xfrm flipH="1">
            <a:off x="8406472" y="4850943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D2F9ADF-61A1-4A27-B939-D50A11DD2D54}"/>
              </a:ext>
            </a:extLst>
          </p:cNvPr>
          <p:cNvSpPr/>
          <p:nvPr/>
        </p:nvSpPr>
        <p:spPr>
          <a:xfrm>
            <a:off x="6247544" y="6405282"/>
            <a:ext cx="2308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Probabilistic Layers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FCD84D79-5D72-4EFA-B6A7-5B2B671F6F6C}"/>
              </a:ext>
            </a:extLst>
          </p:cNvPr>
          <p:cNvCxnSpPr>
            <a:cxnSpLocks/>
          </p:cNvCxnSpPr>
          <p:nvPr/>
        </p:nvCxnSpPr>
        <p:spPr>
          <a:xfrm>
            <a:off x="5840156" y="6284889"/>
            <a:ext cx="1" cy="305059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968E519-5821-436B-8A57-224F49F55C3E}"/>
              </a:ext>
            </a:extLst>
          </p:cNvPr>
          <p:cNvCxnSpPr>
            <a:cxnSpLocks/>
          </p:cNvCxnSpPr>
          <p:nvPr/>
        </p:nvCxnSpPr>
        <p:spPr>
          <a:xfrm flipH="1">
            <a:off x="5840156" y="6589948"/>
            <a:ext cx="407388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406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500"/>
                            </p:stCondLst>
                            <p:childTnLst>
                              <p:par>
                                <p:cTn id="8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000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500"/>
                            </p:stCondLst>
                            <p:childTnLst>
                              <p:par>
                                <p:cTn id="120" presetID="10" presetClass="entr" presetSubtype="0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7" grpId="0"/>
      <p:bldP spid="8" grpId="0"/>
      <p:bldP spid="19" grpId="0"/>
      <p:bldP spid="20" grpId="0"/>
      <p:bldP spid="26" grpId="0" animBg="1"/>
      <p:bldP spid="45" grpId="0"/>
      <p:bldP spid="17" grpId="0"/>
      <p:bldP spid="17" grpId="1"/>
      <p:bldP spid="15" grpId="0"/>
      <p:bldP spid="61" grpId="0"/>
      <p:bldP spid="10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 : testing different models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302B6-A4E4-405A-B392-C150978E4EBD}"/>
              </a:ext>
            </a:extLst>
          </p:cNvPr>
          <p:cNvSpPr/>
          <p:nvPr/>
        </p:nvSpPr>
        <p:spPr>
          <a:xfrm>
            <a:off x="3048000" y="132696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variable: Model (model 4.3)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Categorical variable: Model (model 5.9)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interactions terms (model 8.3)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(model 11.1)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with indices (model 11.4)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Poisson (model 11.10)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Negative binomial (model 11.12)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Multinomial (m11.13, m11.14)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Beta binomial (model m12.1)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Zero inflated outcomes (model m12.13, m12.14)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outcomes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predictors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</a:t>
            </a:r>
            <a:r>
              <a:rPr lang="en-US" dirty="0" err="1"/>
              <a:t>interceps</a:t>
            </a:r>
            <a:r>
              <a:rPr lang="en-US" dirty="0"/>
              <a:t> (model m13.2)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effects (model m14.1)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fr-FR" dirty="0">
                <a:solidFill>
                  <a:srgbClr val="FFFF00"/>
                </a:solidFill>
              </a:rPr>
              <a:t>Multiple </a:t>
            </a:r>
            <a:r>
              <a:rPr lang="fr-FR" dirty="0" err="1">
                <a:solidFill>
                  <a:srgbClr val="FFFF00"/>
                </a:solidFill>
              </a:rPr>
              <a:t>random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effects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FFFF00"/>
                </a:solidFill>
              </a:rPr>
              <a:t>Networks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00"/>
                </a:solidFill>
              </a:rPr>
              <a:t>Gaussian process</a:t>
            </a:r>
          </a:p>
        </p:txBody>
      </p:sp>
    </p:spTree>
    <p:extLst>
      <p:ext uri="{BB962C8B-B14F-4D97-AF65-F5344CB8AC3E}">
        <p14:creationId xmlns:p14="http://schemas.microsoft.com/office/powerpoint/2010/main" val="3525579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3" y="452718"/>
            <a:ext cx="11145671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evaluating models’ estimations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E131EB1-273B-D660-764B-F98A5C1A73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24" b="2773"/>
          <a:stretch/>
        </p:blipFill>
        <p:spPr>
          <a:xfrm>
            <a:off x="1173343" y="1278755"/>
            <a:ext cx="10050309" cy="537647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599FC09-69F1-C61A-48FB-55673B783932}"/>
              </a:ext>
            </a:extLst>
          </p:cNvPr>
          <p:cNvSpPr/>
          <p:nvPr/>
        </p:nvSpPr>
        <p:spPr>
          <a:xfrm>
            <a:off x="9777330" y="4788311"/>
            <a:ext cx="56047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ECFB4A-1A10-1E9A-DB27-A02B81520072}"/>
              </a:ext>
            </a:extLst>
          </p:cNvPr>
          <p:cNvSpPr/>
          <p:nvPr/>
        </p:nvSpPr>
        <p:spPr>
          <a:xfrm>
            <a:off x="7211930" y="4788311"/>
            <a:ext cx="75351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287D8B-A0A6-3C05-6EAF-1475155CB5D8}"/>
              </a:ext>
            </a:extLst>
          </p:cNvPr>
          <p:cNvSpPr/>
          <p:nvPr/>
        </p:nvSpPr>
        <p:spPr>
          <a:xfrm>
            <a:off x="9696050" y="3025551"/>
            <a:ext cx="70779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B54A3F-9C13-666F-1ED0-66FE9A3E07D7}"/>
              </a:ext>
            </a:extLst>
          </p:cNvPr>
          <p:cNvSpPr/>
          <p:nvPr/>
        </p:nvSpPr>
        <p:spPr>
          <a:xfrm>
            <a:off x="4732890" y="1270214"/>
            <a:ext cx="70779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31E4CA-1AC3-458D-9BA9-B963CD4EE78F}"/>
              </a:ext>
            </a:extLst>
          </p:cNvPr>
          <p:cNvSpPr/>
          <p:nvPr/>
        </p:nvSpPr>
        <p:spPr>
          <a:xfrm>
            <a:off x="3869958" y="4788311"/>
            <a:ext cx="2318406" cy="17695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D9422F7D-97A4-4563-8A3B-9E8E9228DAE9}"/>
              </a:ext>
            </a:extLst>
          </p:cNvPr>
          <p:cNvSpPr/>
          <p:nvPr/>
        </p:nvSpPr>
        <p:spPr>
          <a:xfrm>
            <a:off x="4438651" y="4982309"/>
            <a:ext cx="1318732" cy="1478915"/>
          </a:xfrm>
          <a:prstGeom prst="mathMultiply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4D270C-A3DF-474D-923C-476A08A1EF2F}"/>
              </a:ext>
            </a:extLst>
          </p:cNvPr>
          <p:cNvSpPr/>
          <p:nvPr/>
        </p:nvSpPr>
        <p:spPr>
          <a:xfrm>
            <a:off x="2252580" y="1287290"/>
            <a:ext cx="753510" cy="161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1489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DAF6-35E0-448A-BEE9-BE35C8E5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Speed 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972CC04-A54C-450D-A5CC-B0B58102D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8391910"/>
              </p:ext>
            </p:extLst>
          </p:nvPr>
        </p:nvGraphicFramePr>
        <p:xfrm>
          <a:off x="1622425" y="1663700"/>
          <a:ext cx="8947149" cy="35336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447">
                  <a:extLst>
                    <a:ext uri="{9D8B030D-6E8A-4147-A177-3AD203B41FA5}">
                      <a16:colId xmlns:a16="http://schemas.microsoft.com/office/drawing/2014/main" val="2433871321"/>
                    </a:ext>
                  </a:extLst>
                </a:gridCol>
                <a:gridCol w="713394">
                  <a:extLst>
                    <a:ext uri="{9D8B030D-6E8A-4147-A177-3AD203B41FA5}">
                      <a16:colId xmlns:a16="http://schemas.microsoft.com/office/drawing/2014/main" val="574623839"/>
                    </a:ext>
                  </a:extLst>
                </a:gridCol>
                <a:gridCol w="713394">
                  <a:extLst>
                    <a:ext uri="{9D8B030D-6E8A-4147-A177-3AD203B41FA5}">
                      <a16:colId xmlns:a16="http://schemas.microsoft.com/office/drawing/2014/main" val="255562444"/>
                    </a:ext>
                  </a:extLst>
                </a:gridCol>
                <a:gridCol w="2095595">
                  <a:extLst>
                    <a:ext uri="{9D8B030D-6E8A-4147-A177-3AD203B41FA5}">
                      <a16:colId xmlns:a16="http://schemas.microsoft.com/office/drawing/2014/main" val="3484708847"/>
                    </a:ext>
                  </a:extLst>
                </a:gridCol>
                <a:gridCol w="2773319">
                  <a:extLst>
                    <a:ext uri="{9D8B030D-6E8A-4147-A177-3AD203B41FA5}">
                      <a16:colId xmlns:a16="http://schemas.microsoft.com/office/drawing/2014/main" val="2411268858"/>
                    </a:ext>
                  </a:extLst>
                </a:gridCol>
              </a:tblGrid>
              <a:tr h="285547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u="none" strike="noStrike">
                          <a:effectLst/>
                        </a:rPr>
                        <a:t> </a:t>
                      </a:r>
                      <a:endParaRPr lang="en-US" sz="1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v2 (JAX)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(without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366850161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2.17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0.41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3658696391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Categorical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4.55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13.05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0.45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198773397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interactions terms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7.87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3604246840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1.17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3207384533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 with indices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10.61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1.19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3835241199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Poisson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1.24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14.24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421014252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1685526466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Multinomial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0.59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1541975632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Beta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5.61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0.49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4032094661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Negative-binomial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0.42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876624733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Zero inflated outcomes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4.9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0.57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34879373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interceps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4.96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4.88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883383271"/>
                  </a:ext>
                </a:extLst>
              </a:tr>
              <a:tr h="249854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effects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13.63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8.2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24.6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923" marR="8923" marT="8923" marB="0" anchor="b"/>
                </a:tc>
                <a:extLst>
                  <a:ext uri="{0D108BD9-81ED-4DB2-BD59-A6C34878D82A}">
                    <a16:rowId xmlns:a16="http://schemas.microsoft.com/office/drawing/2014/main" val="274273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312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A8EA-A08D-472C-ACCE-57430D38C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BI V3 : </a:t>
            </a:r>
            <a:r>
              <a:rPr lang="en-US" dirty="0">
                <a:solidFill>
                  <a:schemeClr val="tx1"/>
                </a:solidFill>
              </a:rPr>
              <a:t>Why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C612-5E70-45C8-8897-489F4E89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11" y="1329300"/>
            <a:ext cx="7011989" cy="16695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08ECF2-82F5-4CC5-9BF0-AC1C3DFECB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11" y="3163968"/>
            <a:ext cx="11215396" cy="191865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6C33AED-F49B-400B-BE9F-A6184CFDC316}"/>
              </a:ext>
            </a:extLst>
          </p:cNvPr>
          <p:cNvSpPr/>
          <p:nvPr/>
        </p:nvSpPr>
        <p:spPr>
          <a:xfrm>
            <a:off x="3671275" y="3542634"/>
            <a:ext cx="174172" cy="30727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27A14C-42D5-414B-87C4-3FAE838D8D1B}"/>
              </a:ext>
            </a:extLst>
          </p:cNvPr>
          <p:cNvSpPr/>
          <p:nvPr/>
        </p:nvSpPr>
        <p:spPr>
          <a:xfrm>
            <a:off x="4086190" y="3538428"/>
            <a:ext cx="174172" cy="30727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B83216-E630-44E6-AFC3-782D87C35BD8}"/>
              </a:ext>
            </a:extLst>
          </p:cNvPr>
          <p:cNvSpPr/>
          <p:nvPr/>
        </p:nvSpPr>
        <p:spPr>
          <a:xfrm>
            <a:off x="4501105" y="3563921"/>
            <a:ext cx="274094" cy="30727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37C254-F873-40DD-9183-7EFFC1D0F1D3}"/>
              </a:ext>
            </a:extLst>
          </p:cNvPr>
          <p:cNvSpPr/>
          <p:nvPr/>
        </p:nvSpPr>
        <p:spPr>
          <a:xfrm>
            <a:off x="3648441" y="484672"/>
            <a:ext cx="503664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200" dirty="0">
                <a:latin typeface="+mj-lt"/>
                <a:ea typeface="+mj-ea"/>
                <a:cs typeface="+mj-cs"/>
              </a:rPr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F53081-B6C1-4A37-852F-606782DD9C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43" y="5267854"/>
            <a:ext cx="7730923" cy="11725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E5A2D84-ECFA-4A55-BA97-6739F036C142}"/>
              </a:ext>
            </a:extLst>
          </p:cNvPr>
          <p:cNvSpPr/>
          <p:nvPr/>
        </p:nvSpPr>
        <p:spPr>
          <a:xfrm>
            <a:off x="2582426" y="4521758"/>
            <a:ext cx="2461847" cy="3818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27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21" grpId="0" animBg="1"/>
      <p:bldP spid="21" grpId="1" animBg="1"/>
      <p:bldP spid="22" grpId="0" animBg="1"/>
      <p:bldP spid="22" grpId="1" animBg="1"/>
      <p:bldP spid="5" grpId="0" animBg="1"/>
      <p:bldP spid="5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 : testing different models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302B6-A4E4-405A-B392-C150978E4EBD}"/>
              </a:ext>
            </a:extLst>
          </p:cNvPr>
          <p:cNvSpPr/>
          <p:nvPr/>
        </p:nvSpPr>
        <p:spPr>
          <a:xfrm>
            <a:off x="3048000" y="1754560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variable: Model (model 4.3)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Categorical variable: Model (model 5.9)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interactions terms (model 8.3)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(model 11.1)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with indices (model 11.4)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Poisson (model 11.10)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Negative binomial (model 11.12)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Multinomial (m11.13, m11.14)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Beta binomial (model m12.1)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Zero inflated outcomes (model m12.13, m12.14)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outcomes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predictors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</a:t>
            </a:r>
            <a:r>
              <a:rPr lang="en-US" dirty="0" err="1"/>
              <a:t>interceps</a:t>
            </a:r>
            <a:r>
              <a:rPr lang="en-US" dirty="0"/>
              <a:t> (model m13.2)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effects (model m14.1)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fr-FR" dirty="0">
                <a:solidFill>
                  <a:srgbClr val="FFFF00"/>
                </a:solidFill>
              </a:rPr>
              <a:t>Multiple </a:t>
            </a:r>
            <a:r>
              <a:rPr lang="fr-FR" dirty="0" err="1">
                <a:solidFill>
                  <a:srgbClr val="FFFF00"/>
                </a:solidFill>
              </a:rPr>
              <a:t>random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effects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FFFF00"/>
                </a:solidFill>
              </a:rPr>
              <a:t>Networks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00"/>
                </a:solidFill>
              </a:rPr>
              <a:t>Gaussian process</a:t>
            </a:r>
          </a:p>
        </p:txBody>
      </p:sp>
    </p:spTree>
    <p:extLst>
      <p:ext uri="{BB962C8B-B14F-4D97-AF65-F5344CB8AC3E}">
        <p14:creationId xmlns:p14="http://schemas.microsoft.com/office/powerpoint/2010/main" val="2806880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452718"/>
            <a:ext cx="11136572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evaluating models’ estimations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DE34B2-A28D-4BD0-A59E-B0198A896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04" y="1152983"/>
            <a:ext cx="11995996" cy="555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91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DAF6-35E0-448A-BEE9-BE35C8E5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Speed comparison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0543D7-247F-432C-A980-5C0A02BDD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022086"/>
              </p:ext>
            </p:extLst>
          </p:nvPr>
        </p:nvGraphicFramePr>
        <p:xfrm>
          <a:off x="1622425" y="1793875"/>
          <a:ext cx="8947151" cy="327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55648">
                  <a:extLst>
                    <a:ext uri="{9D8B030D-6E8A-4147-A177-3AD203B41FA5}">
                      <a16:colId xmlns:a16="http://schemas.microsoft.com/office/drawing/2014/main" val="1744621905"/>
                    </a:ext>
                  </a:extLst>
                </a:gridCol>
                <a:gridCol w="660713">
                  <a:extLst>
                    <a:ext uri="{9D8B030D-6E8A-4147-A177-3AD203B41FA5}">
                      <a16:colId xmlns:a16="http://schemas.microsoft.com/office/drawing/2014/main" val="2642319351"/>
                    </a:ext>
                  </a:extLst>
                </a:gridCol>
                <a:gridCol w="660713">
                  <a:extLst>
                    <a:ext uri="{9D8B030D-6E8A-4147-A177-3AD203B41FA5}">
                      <a16:colId xmlns:a16="http://schemas.microsoft.com/office/drawing/2014/main" val="803701699"/>
                    </a:ext>
                  </a:extLst>
                </a:gridCol>
                <a:gridCol w="660713">
                  <a:extLst>
                    <a:ext uri="{9D8B030D-6E8A-4147-A177-3AD203B41FA5}">
                      <a16:colId xmlns:a16="http://schemas.microsoft.com/office/drawing/2014/main" val="92601945"/>
                    </a:ext>
                  </a:extLst>
                </a:gridCol>
                <a:gridCol w="1940844">
                  <a:extLst>
                    <a:ext uri="{9D8B030D-6E8A-4147-A177-3AD203B41FA5}">
                      <a16:colId xmlns:a16="http://schemas.microsoft.com/office/drawing/2014/main" val="3781001807"/>
                    </a:ext>
                  </a:extLst>
                </a:gridCol>
                <a:gridCol w="2568520">
                  <a:extLst>
                    <a:ext uri="{9D8B030D-6E8A-4147-A177-3AD203B41FA5}">
                      <a16:colId xmlns:a16="http://schemas.microsoft.com/office/drawing/2014/main" val="3205635254"/>
                    </a:ext>
                  </a:extLst>
                </a:gridCol>
              </a:tblGrid>
              <a:tr h="264448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v2 (JAX)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v3 (JAX)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(without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531843836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2.17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1.25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72112685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Categorical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4.55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1.18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13.05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171664365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interactions terms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7.87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1.11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683723025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1.17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037994392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 with indices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10.61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266384933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Poisson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1.24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14.24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521823271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0.88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330625620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Multinomial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1.45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582628278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Beta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5.61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460564805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Negative-binomial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2.64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27278712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Zero inflated outcomes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4.9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924517621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interceps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4.96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4.88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2.03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149312644"/>
                  </a:ext>
                </a:extLst>
              </a:tr>
              <a:tr h="2313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effects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13.63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8.2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2.33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24.6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560410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45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16D98-33D2-4588-BDDB-F38E4A39F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8E3-2C8A-4F75-A5DE-58E748FD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12" y="1853248"/>
            <a:ext cx="8946541" cy="419548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Jax is a beta package in version v0.4.26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Jax integration in TensorFlow probability began this year.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Functions to transform constrained parameter spaces can lead to a loss of JAX speed.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However, it is supposed to be updated at an unknown future point.</a:t>
            </a:r>
          </a:p>
        </p:txBody>
      </p:sp>
    </p:spTree>
    <p:extLst>
      <p:ext uri="{BB962C8B-B14F-4D97-AF65-F5344CB8AC3E}">
        <p14:creationId xmlns:p14="http://schemas.microsoft.com/office/powerpoint/2010/main" val="4281815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98106-286F-4E6F-8FDC-98F1B15A2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In the meantime…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5288B-500A-46B0-BA49-3A73A8F53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1251" y="1834233"/>
            <a:ext cx="8946541" cy="419548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NumPyro</a:t>
            </a:r>
            <a:r>
              <a:rPr lang="en-US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From Pyro team (Uber AI Labs &amp;  Stanford University)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Bayesian modeling framework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Also use JAX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Beta version: 0.14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122" name="Picture 2" descr="Logo">
            <a:extLst>
              <a:ext uri="{FF2B5EF4-FFF2-40B4-BE49-F238E27FC236}">
                <a16:creationId xmlns:a16="http://schemas.microsoft.com/office/drawing/2014/main" id="{0803F42D-F308-4D1E-B853-B6C81CD3B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16372" y="986960"/>
            <a:ext cx="6315075" cy="280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64B72B-5251-42FF-841E-819B57B855C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672"/>
          <a:stretch/>
        </p:blipFill>
        <p:spPr>
          <a:xfrm>
            <a:off x="3606334" y="3851274"/>
            <a:ext cx="7864208" cy="222476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6FA3A64-3AA6-9CBB-C4CF-2E5A786C4E34}"/>
              </a:ext>
            </a:extLst>
          </p:cNvPr>
          <p:cNvSpPr txBox="1"/>
          <p:nvPr/>
        </p:nvSpPr>
        <p:spPr>
          <a:xfrm>
            <a:off x="5074996" y="1160389"/>
            <a:ext cx="5031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FF00"/>
                </a:solidFill>
              </a:rPr>
              <a:t>…A </a:t>
            </a:r>
            <a:r>
              <a:rPr lang="fr-FR" dirty="0" err="1">
                <a:solidFill>
                  <a:srgbClr val="FFFF00"/>
                </a:solidFill>
              </a:rPr>
              <a:t>fourth</a:t>
            </a:r>
            <a:r>
              <a:rPr lang="fr-FR" dirty="0">
                <a:solidFill>
                  <a:srgbClr val="FFFF00"/>
                </a:solidFill>
              </a:rPr>
              <a:t> version of the package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9EA8395-A01F-0BD8-8FB6-7B16E446A4D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603" t="42816" r="51580" b="27615"/>
          <a:stretch/>
        </p:blipFill>
        <p:spPr>
          <a:xfrm>
            <a:off x="4178780" y="4818844"/>
            <a:ext cx="2673124" cy="261245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A62B92AD-7ECE-8A76-68EF-A6E7EF634F82}"/>
              </a:ext>
            </a:extLst>
          </p:cNvPr>
          <p:cNvSpPr txBox="1"/>
          <p:nvPr/>
        </p:nvSpPr>
        <p:spPr>
          <a:xfrm>
            <a:off x="3561251" y="5687895"/>
            <a:ext cx="68263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Loose the ability to apply Bayesian layers in a neural network using TensorFlow's probability module.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8FB9E2-1BEA-49DB-BAAF-572607E1C5C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672" b="59385"/>
          <a:stretch/>
        </p:blipFill>
        <p:spPr>
          <a:xfrm>
            <a:off x="3606334" y="3851274"/>
            <a:ext cx="7864208" cy="90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05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 : testing different models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0302B6-A4E4-405A-B392-C150978E4EBD}"/>
              </a:ext>
            </a:extLst>
          </p:cNvPr>
          <p:cNvSpPr/>
          <p:nvPr/>
        </p:nvSpPr>
        <p:spPr>
          <a:xfrm>
            <a:off x="3048000" y="1754560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variable: Model (model 4.3)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Categorical variable: Model (model 5.9)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interactions terms (model 8.3)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(model 11.1)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Binomial with indices (model 11.4)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Poisson (model 11.10)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Negative binomial (model 11.12)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Multinomial (m11.13, m11.14)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Beta binomial (model m12.1)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Zero inflated outcomes (model m12.13, m12.14)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Ordered</a:t>
            </a:r>
            <a:r>
              <a:rPr lang="fr-FR" dirty="0"/>
              <a:t> </a:t>
            </a:r>
            <a:r>
              <a:rPr lang="fr-FR" dirty="0" err="1"/>
              <a:t>categorical</a:t>
            </a:r>
            <a:r>
              <a:rPr lang="fr-FR" dirty="0"/>
              <a:t> </a:t>
            </a:r>
            <a:r>
              <a:rPr lang="fr-FR" dirty="0" err="1"/>
              <a:t>outcomes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FFFF00"/>
                </a:solidFill>
              </a:rPr>
              <a:t>Ordered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categorical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predictors</a:t>
            </a: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</a:t>
            </a:r>
            <a:r>
              <a:rPr lang="en-US" dirty="0" err="1"/>
              <a:t>interceps</a:t>
            </a:r>
            <a:r>
              <a:rPr lang="en-US" dirty="0"/>
              <a:t> (model m13.2)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Varying effects (model m14.1)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fr-FR" dirty="0">
                <a:solidFill>
                  <a:srgbClr val="FFFF00"/>
                </a:solidFill>
              </a:rPr>
              <a:t>Multiple </a:t>
            </a:r>
            <a:r>
              <a:rPr lang="fr-FR" dirty="0" err="1">
                <a:solidFill>
                  <a:srgbClr val="FFFF00"/>
                </a:solidFill>
              </a:rPr>
              <a:t>random</a:t>
            </a:r>
            <a:r>
              <a:rPr lang="fr-FR" dirty="0">
                <a:solidFill>
                  <a:srgbClr val="FFFF00"/>
                </a:solidFill>
              </a:rPr>
              <a:t> </a:t>
            </a:r>
            <a:r>
              <a:rPr lang="fr-FR" dirty="0" err="1">
                <a:solidFill>
                  <a:srgbClr val="FFFF00"/>
                </a:solidFill>
              </a:rPr>
              <a:t>effects</a:t>
            </a:r>
            <a:endParaRPr lang="fr-FR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Networks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Gaussian process</a:t>
            </a:r>
          </a:p>
        </p:txBody>
      </p:sp>
    </p:spTree>
    <p:extLst>
      <p:ext uri="{BB962C8B-B14F-4D97-AF65-F5344CB8AC3E}">
        <p14:creationId xmlns:p14="http://schemas.microsoft.com/office/powerpoint/2010/main" val="1391156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ACBC-04AD-41BA-A5F0-44E31AD08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261" y="452718"/>
            <a:ext cx="11140661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evaluating models’ estimations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DE34B2-A28D-4BD0-A59E-B0198A896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04" y="1152983"/>
            <a:ext cx="11995996" cy="555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0101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DAF6-35E0-448A-BEE9-BE35C8E5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Speed 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2E65DD2-DB8E-44D7-8F78-E8B98E51F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127129"/>
              </p:ext>
            </p:extLst>
          </p:nvPr>
        </p:nvGraphicFramePr>
        <p:xfrm>
          <a:off x="107523" y="1641393"/>
          <a:ext cx="11976954" cy="336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55399">
                  <a:extLst>
                    <a:ext uri="{9D8B030D-6E8A-4147-A177-3AD203B41FA5}">
                      <a16:colId xmlns:a16="http://schemas.microsoft.com/office/drawing/2014/main" val="1423990101"/>
                    </a:ext>
                  </a:extLst>
                </a:gridCol>
                <a:gridCol w="660646">
                  <a:extLst>
                    <a:ext uri="{9D8B030D-6E8A-4147-A177-3AD203B41FA5}">
                      <a16:colId xmlns:a16="http://schemas.microsoft.com/office/drawing/2014/main" val="371616195"/>
                    </a:ext>
                  </a:extLst>
                </a:gridCol>
                <a:gridCol w="660646">
                  <a:extLst>
                    <a:ext uri="{9D8B030D-6E8A-4147-A177-3AD203B41FA5}">
                      <a16:colId xmlns:a16="http://schemas.microsoft.com/office/drawing/2014/main" val="1608499141"/>
                    </a:ext>
                  </a:extLst>
                </a:gridCol>
                <a:gridCol w="660646">
                  <a:extLst>
                    <a:ext uri="{9D8B030D-6E8A-4147-A177-3AD203B41FA5}">
                      <a16:colId xmlns:a16="http://schemas.microsoft.com/office/drawing/2014/main" val="2730657606"/>
                    </a:ext>
                  </a:extLst>
                </a:gridCol>
                <a:gridCol w="1280001">
                  <a:extLst>
                    <a:ext uri="{9D8B030D-6E8A-4147-A177-3AD203B41FA5}">
                      <a16:colId xmlns:a16="http://schemas.microsoft.com/office/drawing/2014/main" val="1593391789"/>
                    </a:ext>
                  </a:extLst>
                </a:gridCol>
                <a:gridCol w="1750710">
                  <a:extLst>
                    <a:ext uri="{9D8B030D-6E8A-4147-A177-3AD203B41FA5}">
                      <a16:colId xmlns:a16="http://schemas.microsoft.com/office/drawing/2014/main" val="2888003657"/>
                    </a:ext>
                  </a:extLst>
                </a:gridCol>
                <a:gridCol w="1940646">
                  <a:extLst>
                    <a:ext uri="{9D8B030D-6E8A-4147-A177-3AD203B41FA5}">
                      <a16:colId xmlns:a16="http://schemas.microsoft.com/office/drawing/2014/main" val="538654763"/>
                    </a:ext>
                  </a:extLst>
                </a:gridCol>
                <a:gridCol w="2568260">
                  <a:extLst>
                    <a:ext uri="{9D8B030D-6E8A-4147-A177-3AD203B41FA5}">
                      <a16:colId xmlns:a16="http://schemas.microsoft.com/office/drawing/2014/main" val="3726091301"/>
                    </a:ext>
                  </a:extLst>
                </a:gridCol>
              </a:tblGrid>
              <a:tr h="35534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v2 (JAX)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v3 (JAX)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v4 (with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BI v4 (without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STAN (without compilation)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723910143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2.17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1.25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2.16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0.81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311290161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Categorical variable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4.55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1.18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1.28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13.05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41868334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Continuous interactions terms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7.87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1.58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1.11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1.6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0.92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6696993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1.17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0.85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0.8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0.68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1184195670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Binomial with indices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2.58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10.61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4.6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5.05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3.67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154701389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Poisson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1.24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1.34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14.24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61007583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0.88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1.12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0.74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06258453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Multinomial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1.45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2.23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1.08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909750220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Beta 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4.26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5.61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2.25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1.37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87272026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Negative-binomial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4.7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4.65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2.64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1.37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1.33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51777589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Zero inflated outcomes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5.2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4.9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1.16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0.77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11.07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719410617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interceps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4.96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4.88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2.03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1.86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0.91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12.14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3088563614"/>
                  </a:ext>
                </a:extLst>
              </a:tr>
              <a:tr h="231386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u="none" strike="noStrike">
                          <a:effectLst/>
                        </a:rPr>
                        <a:t>Varying effects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13.63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solidFill>
                            <a:srgbClr val="FF0000"/>
                          </a:solidFill>
                          <a:effectLst/>
                        </a:rPr>
                        <a:t>8.2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2.33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4.51</a:t>
                      </a:r>
                      <a:endParaRPr lang="en-US" sz="1000" b="0" i="0" u="none" strike="noStrike" dirty="0">
                        <a:solidFill>
                          <a:srgbClr val="00B05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1.69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>
                          <a:effectLst/>
                        </a:rPr>
                        <a:t>24.6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8264" marR="8264" marT="8264" marB="0" anchor="b"/>
                </a:tc>
                <a:extLst>
                  <a:ext uri="{0D108BD9-81ED-4DB2-BD59-A6C34878D82A}">
                    <a16:rowId xmlns:a16="http://schemas.microsoft.com/office/drawing/2014/main" val="289173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4012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DAF6-35E0-448A-BEE9-BE35C8E5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768816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Validation</a:t>
            </a:r>
            <a:r>
              <a:rPr lang="en-US" dirty="0"/>
              <a:t>: Large data &amp; CPU V GPU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63F70-EE26-455A-A162-F2DC2701F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548" y="1322772"/>
            <a:ext cx="6967423" cy="50825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BDD3ED-964A-4CCC-8379-EFB7FC27B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22773"/>
            <a:ext cx="5090141" cy="50825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EE9E21-EC64-47EC-A482-6136F9F894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9" y="3941190"/>
            <a:ext cx="1026734" cy="2420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26CC35B-DBF2-4901-B60B-7F6723AAB9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5" y="3988911"/>
            <a:ext cx="949921" cy="2040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C008D2-0EC7-4DE0-A152-177308D873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35" y="3998675"/>
            <a:ext cx="1107188" cy="1845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41DCCE-225E-4AB2-809E-0098822ADB88}"/>
              </a:ext>
            </a:extLst>
          </p:cNvPr>
          <p:cNvSpPr/>
          <p:nvPr/>
        </p:nvSpPr>
        <p:spPr>
          <a:xfrm>
            <a:off x="83435" y="3998675"/>
            <a:ext cx="1107188" cy="20405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68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0024B5-37C6-4A58-B752-E20E8699F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73" y="4891615"/>
            <a:ext cx="8305800" cy="14828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B423-14C6-4FC8-AB4E-9A4EEE1FF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799" y="123118"/>
            <a:ext cx="9404723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Application</a:t>
            </a:r>
            <a:r>
              <a:rPr lang="en-US" dirty="0"/>
              <a:t>: Multinomial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C2156-7648-4465-A034-3F25DE9E2856}"/>
              </a:ext>
            </a:extLst>
          </p:cNvPr>
          <p:cNvSpPr txBox="1"/>
          <p:nvPr/>
        </p:nvSpPr>
        <p:spPr>
          <a:xfrm>
            <a:off x="666750" y="4491480"/>
            <a:ext cx="108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factors need to be setup in different parts of the model.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720CF1-611B-4244-8715-04F7E850AE59}"/>
              </a:ext>
            </a:extLst>
          </p:cNvPr>
          <p:cNvSpPr txBox="1"/>
          <p:nvPr/>
        </p:nvSpPr>
        <p:spPr>
          <a:xfrm>
            <a:off x="666750" y="6436817"/>
            <a:ext cx="830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in logical and testable blocks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2D55DB-9A53-4D10-B14D-7A3E65F1C7C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9347"/>
          <a:stretch/>
        </p:blipFill>
        <p:spPr>
          <a:xfrm>
            <a:off x="144905" y="1100696"/>
            <a:ext cx="6725589" cy="3300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EF41571-6FB8-4E6E-B191-9EF8C466DCD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494" r="33949"/>
          <a:stretch/>
        </p:blipFill>
        <p:spPr>
          <a:xfrm>
            <a:off x="7203906" y="1100696"/>
            <a:ext cx="4442295" cy="329099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AD90C1A-E427-0B6C-312F-157CD475DB23}"/>
              </a:ext>
            </a:extLst>
          </p:cNvPr>
          <p:cNvSpPr/>
          <p:nvPr/>
        </p:nvSpPr>
        <p:spPr>
          <a:xfrm>
            <a:off x="732230" y="5154610"/>
            <a:ext cx="5766224" cy="97986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0267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C5B7E-9D36-43DC-8162-1F53FB27B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801921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Application</a:t>
            </a:r>
            <a:r>
              <a:rPr lang="en-US" dirty="0"/>
              <a:t>: Simulation to validate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83B481-6022-4C86-AEBC-81F4FDF1D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647" y="1339459"/>
            <a:ext cx="8449053" cy="527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402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ABCC99-2F1D-429A-8FC4-DEC5C1680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11" y="1251538"/>
            <a:ext cx="7697274" cy="51537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2B1DEF-295C-46B6-8B2A-EA02CE612B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9543"/>
          <a:stretch/>
        </p:blipFill>
        <p:spPr>
          <a:xfrm>
            <a:off x="7703216" y="17879"/>
            <a:ext cx="432272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B423-14C6-4FC8-AB4E-9A4EEE1FF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Application: Full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C2156-7648-4465-A034-3F25DE9E2856}"/>
              </a:ext>
            </a:extLst>
          </p:cNvPr>
          <p:cNvSpPr txBox="1"/>
          <p:nvPr/>
        </p:nvSpPr>
        <p:spPr>
          <a:xfrm>
            <a:off x="1167442" y="6405282"/>
            <a:ext cx="108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 data (31506 x 62 matrix)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0B6B6F-D5B7-4493-8640-48E10BEB6830}"/>
              </a:ext>
            </a:extLst>
          </p:cNvPr>
          <p:cNvSpPr/>
          <p:nvPr/>
        </p:nvSpPr>
        <p:spPr>
          <a:xfrm>
            <a:off x="7632700" y="2941888"/>
            <a:ext cx="46609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 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in logical and testable blocks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BCDA463-C930-4FBE-8350-092618EFBD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442" y="1853248"/>
            <a:ext cx="6239746" cy="353426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5F025F-8705-4E78-AE30-9DCB06DBABE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76" r="19236"/>
          <a:stretch/>
        </p:blipFill>
        <p:spPr>
          <a:xfrm>
            <a:off x="166058" y="1317648"/>
            <a:ext cx="7697274" cy="453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407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allAtOnce"/>
      <p:bldP spid="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BB423-14C6-4FC8-AB4E-9A4EEE1FF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Application</a:t>
            </a:r>
            <a:r>
              <a:rPr lang="en-US" dirty="0"/>
              <a:t>: Issue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7515C-1ECC-4B77-A549-5EACA9A124C9}"/>
              </a:ext>
            </a:extLst>
          </p:cNvPr>
          <p:cNvSpPr txBox="1"/>
          <p:nvPr/>
        </p:nvSpPr>
        <p:spPr>
          <a:xfrm>
            <a:off x="368300" y="2644170"/>
            <a:ext cx="115920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</a:rPr>
              <a:t>GPU</a:t>
            </a:r>
            <a:r>
              <a:rPr lang="en-US" sz="2400" dirty="0"/>
              <a:t> (8 GB) </a:t>
            </a:r>
            <a:r>
              <a:rPr lang="en-US" sz="2400"/>
              <a:t>memory overload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run the model on GPU (8 GB) with memory </a:t>
            </a:r>
            <a:r>
              <a:rPr lang="en-US" sz="2400" dirty="0">
                <a:solidFill>
                  <a:srgbClr val="FFFF00"/>
                </a:solidFill>
              </a:rPr>
              <a:t>deallocation</a:t>
            </a:r>
            <a:r>
              <a:rPr lang="en-US" sz="2400" dirty="0"/>
              <a:t>: 38h12 min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</a:rPr>
              <a:t>CPU</a:t>
            </a:r>
            <a:r>
              <a:rPr lang="en-US" sz="2400" dirty="0"/>
              <a:t> and use computer RAM of 63 GB : 24h53 min</a:t>
            </a:r>
          </a:p>
        </p:txBody>
      </p:sp>
    </p:spTree>
    <p:extLst>
      <p:ext uri="{BB962C8B-B14F-4D97-AF65-F5344CB8AC3E}">
        <p14:creationId xmlns:p14="http://schemas.microsoft.com/office/powerpoint/2010/main" val="154008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DFB0D3-8B73-454C-B546-3AE124C8D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68" y="2018184"/>
            <a:ext cx="7768069" cy="4577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B423-14C6-4FC8-AB4E-9A4EEE1FF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61732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Application</a:t>
            </a:r>
            <a:r>
              <a:rPr lang="en-US" dirty="0"/>
              <a:t>: Next step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7515C-1ECC-4B77-A549-5EACA9A124C9}"/>
              </a:ext>
            </a:extLst>
          </p:cNvPr>
          <p:cNvSpPr txBox="1"/>
          <p:nvPr/>
        </p:nvSpPr>
        <p:spPr>
          <a:xfrm>
            <a:off x="482600" y="1396395"/>
            <a:ext cx="115920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</a:rPr>
              <a:t>Inclusion of latent variable</a:t>
            </a: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AE724-BE6E-429A-9F09-369777B01CF4}"/>
              </a:ext>
            </a:extLst>
          </p:cNvPr>
          <p:cNvSpPr/>
          <p:nvPr/>
        </p:nvSpPr>
        <p:spPr>
          <a:xfrm>
            <a:off x="1328577" y="3567718"/>
            <a:ext cx="6077527" cy="274782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2B31D6-C11A-4C90-9E53-E2DD7F0F42AD}"/>
              </a:ext>
            </a:extLst>
          </p:cNvPr>
          <p:cNvSpPr/>
          <p:nvPr/>
        </p:nvSpPr>
        <p:spPr>
          <a:xfrm>
            <a:off x="1328576" y="5254643"/>
            <a:ext cx="6077527" cy="274782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9767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F24DA7C-AA6E-4FE7-8565-D7A26FF48CAA}"/>
              </a:ext>
            </a:extLst>
          </p:cNvPr>
          <p:cNvSpPr/>
          <p:nvPr/>
        </p:nvSpPr>
        <p:spPr>
          <a:xfrm>
            <a:off x="2163763" y="63166"/>
            <a:ext cx="4958700" cy="6731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https://i0.wp.com/timdettmers.com/wp-content/uploads/2023/01/GPUS_Ada_raw_performance3.png?ssl=1">
            <a:extLst>
              <a:ext uri="{FF2B5EF4-FFF2-40B4-BE49-F238E27FC236}">
                <a16:creationId xmlns:a16="http://schemas.microsoft.com/office/drawing/2014/main" id="{FA01F0BF-7789-4838-8DAE-C448D07A5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372" y="63167"/>
            <a:ext cx="6851650" cy="6731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06E4237A-A2E9-D3B5-1142-E5FE8ECE0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965642"/>
              </p:ext>
            </p:extLst>
          </p:nvPr>
        </p:nvGraphicFramePr>
        <p:xfrm>
          <a:off x="2190245" y="660702"/>
          <a:ext cx="492919" cy="145435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492919">
                  <a:extLst>
                    <a:ext uri="{9D8B030D-6E8A-4147-A177-3AD203B41FA5}">
                      <a16:colId xmlns:a16="http://schemas.microsoft.com/office/drawing/2014/main" val="1748104092"/>
                    </a:ext>
                  </a:extLst>
                </a:gridCol>
              </a:tblGrid>
              <a:tr h="15166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Price</a:t>
                      </a:r>
                      <a:endParaRPr lang="fr-FR" sz="700" b="1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438446"/>
                  </a:ext>
                </a:extLst>
              </a:tr>
              <a:tr h="15686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$33,0001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253683"/>
                  </a:ext>
                </a:extLst>
              </a:tr>
              <a:tr h="12748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$28,9992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501667"/>
                  </a:ext>
                </a:extLst>
              </a:tr>
              <a:tr h="12358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$1,5993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65094"/>
                  </a:ext>
                </a:extLst>
              </a:tr>
              <a:tr h="153866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$6,8004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765250"/>
                  </a:ext>
                </a:extLst>
              </a:tr>
              <a:tr h="129653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$29,751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312707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$1,0696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52184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$18,240.00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693757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$879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750556"/>
                  </a:ext>
                </a:extLst>
              </a:tr>
              <a:tr h="144512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700" u="none" strike="noStrike" dirty="0">
                          <a:effectLst/>
                        </a:rPr>
                        <a:t>$1,3299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3579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9131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94F41-E235-4699-AE8F-F5C576AD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&amp; Cons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2CC3F6-B707-46FD-A0D8-7AF523662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944892"/>
              </p:ext>
            </p:extLst>
          </p:nvPr>
        </p:nvGraphicFramePr>
        <p:xfrm>
          <a:off x="1276643" y="1586094"/>
          <a:ext cx="10037598" cy="4321346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5157441">
                  <a:extLst>
                    <a:ext uri="{9D8B030D-6E8A-4147-A177-3AD203B41FA5}">
                      <a16:colId xmlns:a16="http://schemas.microsoft.com/office/drawing/2014/main" val="922362223"/>
                    </a:ext>
                  </a:extLst>
                </a:gridCol>
                <a:gridCol w="4880157">
                  <a:extLst>
                    <a:ext uri="{9D8B030D-6E8A-4147-A177-3AD203B41FA5}">
                      <a16:colId xmlns:a16="http://schemas.microsoft.com/office/drawing/2014/main" val="3664529010"/>
                    </a:ext>
                  </a:extLst>
                </a:gridCol>
              </a:tblGrid>
              <a:tr h="4231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i="1" u="none" strike="noStrike" dirty="0">
                          <a:effectLst/>
                        </a:rPr>
                        <a:t>Pros</a:t>
                      </a:r>
                      <a:endParaRPr lang="en-US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b">
                    <a:lnR w="12700" cmpd="sng">
                      <a:noFill/>
                    </a:lnR>
                    <a:lnB w="190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i="1" u="none" strike="noStrike" dirty="0">
                          <a:effectLst/>
                        </a:rPr>
                        <a:t>Cons</a:t>
                      </a:r>
                      <a:endParaRPr lang="en-US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26230035"/>
                  </a:ext>
                </a:extLst>
              </a:tr>
              <a:tr h="4231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dirty="0">
                          <a:effectLst/>
                        </a:rPr>
                        <a:t>Faster for large datasets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dirty="0">
                          <a:effectLst/>
                        </a:rPr>
                        <a:t>Slower for smaller datasets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9096081"/>
                  </a:ext>
                </a:extLst>
              </a:tr>
              <a:tr h="4231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Dynamic programming</a:t>
                      </a: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900" u="none" strike="noStrike" kern="1200" dirty="0">
                          <a:effectLst/>
                        </a:rPr>
                        <a:t>New advanced approach will take longer to be implemented</a:t>
                      </a:r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85842938"/>
                  </a:ext>
                </a:extLst>
              </a:tr>
              <a:tr h="4231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dirty="0">
                          <a:effectLst/>
                        </a:rPr>
                        <a:t>Modular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900" u="none" strike="noStrike" kern="1200" dirty="0">
                          <a:effectLst/>
                        </a:rPr>
                        <a:t>GPU does not always use the faster</a:t>
                      </a:r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6748828"/>
                  </a:ext>
                </a:extLst>
              </a:tr>
              <a:tr h="4231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dirty="0">
                          <a:effectLst/>
                        </a:rPr>
                        <a:t>Scalable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900" u="none" strike="noStrike" kern="1200" dirty="0">
                          <a:effectLst/>
                        </a:rPr>
                        <a:t>GPU memory/price is a limiting factor</a:t>
                      </a:r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5833608"/>
                  </a:ext>
                </a:extLst>
              </a:tr>
              <a:tr h="494805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Cross platform</a:t>
                      </a: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3371139"/>
                  </a:ext>
                </a:extLst>
              </a:tr>
              <a:tr h="572512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900" u="none" strike="noStrike" kern="1200" dirty="0">
                          <a:effectLst/>
                        </a:rPr>
                        <a:t>Deallocation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7479697"/>
                  </a:ext>
                </a:extLst>
              </a:tr>
              <a:tr h="39810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900" u="none" strike="noStrike" dirty="0">
                          <a:effectLst/>
                        </a:rPr>
                        <a:t>Doesn't require to learn another language</a:t>
                      </a:r>
                      <a:endParaRPr lang="en-US" sz="19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0436144"/>
                  </a:ext>
                </a:extLst>
              </a:tr>
              <a:tr h="568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u="none" strike="noStrike" dirty="0">
                          <a:effectLst/>
                        </a:rPr>
                        <a:t>Integration for deep learning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mpd="sng">
                      <a:noFill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6193" marR="16193" marT="16193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94671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73389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E4CF5-D835-45D8-92F3-A166A0A64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098" y="0"/>
            <a:ext cx="9404723" cy="140053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Future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61BBD-0661-49DF-959F-7ED59D403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953" y="811494"/>
            <a:ext cx="11178746" cy="590694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Redo </a:t>
            </a:r>
            <a:r>
              <a:rPr lang="en-US" dirty="0">
                <a:solidFill>
                  <a:srgbClr val="FFFF00"/>
                </a:solidFill>
              </a:rPr>
              <a:t>STRAND</a:t>
            </a:r>
            <a:r>
              <a:rPr lang="en-US" dirty="0"/>
              <a:t> with a modular approach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Redo </a:t>
            </a:r>
            <a:r>
              <a:rPr lang="en-US" dirty="0">
                <a:solidFill>
                  <a:srgbClr val="FFFF00"/>
                </a:solidFill>
              </a:rPr>
              <a:t>BISON</a:t>
            </a:r>
            <a:r>
              <a:rPr lang="en-US" dirty="0"/>
              <a:t> with a modular approach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By using the possibility to setup any mathematical operations within the model: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Build JAX functions to compute </a:t>
            </a:r>
            <a:r>
              <a:rPr lang="en-US" dirty="0">
                <a:solidFill>
                  <a:srgbClr val="FFFF00"/>
                </a:solidFill>
              </a:rPr>
              <a:t>network measures </a:t>
            </a:r>
            <a:r>
              <a:rPr lang="en-US" dirty="0"/>
              <a:t>(nodal, dyadic, global)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Build JAX functions for </a:t>
            </a:r>
            <a:r>
              <a:rPr lang="en-US" dirty="0">
                <a:solidFill>
                  <a:srgbClr val="FFFF00"/>
                </a:solidFill>
              </a:rPr>
              <a:t>Multiplex</a:t>
            </a:r>
            <a:r>
              <a:rPr lang="en-US" dirty="0"/>
              <a:t> 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Models with </a:t>
            </a:r>
            <a:r>
              <a:rPr lang="en-US" dirty="0">
                <a:solidFill>
                  <a:srgbClr val="FFFF00"/>
                </a:solidFill>
              </a:rPr>
              <a:t>multiple likelihoods </a:t>
            </a:r>
            <a:r>
              <a:rPr lang="en-US" dirty="0"/>
              <a:t>and parameter influence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JAX functions for multiplex </a:t>
            </a:r>
            <a:r>
              <a:rPr lang="en-US" dirty="0">
                <a:solidFill>
                  <a:srgbClr val="FFFF00"/>
                </a:solidFill>
              </a:rPr>
              <a:t>metrics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Network-based diffusion approach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00"/>
                </a:solidFill>
              </a:rPr>
              <a:t>Collaborative department package: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Documentation of Different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Implementation of JAX Log probability computation with parameter space constraint.</a:t>
            </a:r>
            <a:endParaRPr lang="en-US" dirty="0">
              <a:solidFill>
                <a:srgbClr val="FFFF00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For simulation models (Automatic Differentiation, Composable Function Transformations)</a:t>
            </a:r>
            <a:endParaRPr lang="en-US" sz="1700" dirty="0">
              <a:solidFill>
                <a:srgbClr val="FFFF00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Agent Based Model?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solidFill>
                <a:srgbClr val="FFFF00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marL="400050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00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2325</Words>
  <Application>Microsoft Office PowerPoint</Application>
  <PresentationFormat>Widescreen</PresentationFormat>
  <Paragraphs>662</Paragraphs>
  <Slides>33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Century Gothic</vt:lpstr>
      <vt:lpstr>Roboto</vt:lpstr>
      <vt:lpstr>Wingdings 3</vt:lpstr>
      <vt:lpstr>Ion</vt:lpstr>
      <vt:lpstr>WIP2 : Another Bayesian package?</vt:lpstr>
      <vt:lpstr>Learning process</vt:lpstr>
      <vt:lpstr>Work in progress 1 </vt:lpstr>
      <vt:lpstr>Bayesian Inference package WIP 2</vt:lpstr>
      <vt:lpstr>Model template</vt:lpstr>
      <vt:lpstr>Model Diagnosis</vt:lpstr>
      <vt:lpstr>Under the wood</vt:lpstr>
      <vt:lpstr>Why tensorflow probability (TFP) ?</vt:lpstr>
      <vt:lpstr>Validation : testing different models</vt:lpstr>
      <vt:lpstr>Validation: evaluating models’ estimations</vt:lpstr>
      <vt:lpstr>Validation: Speed comparison</vt:lpstr>
      <vt:lpstr>BI V2 :</vt:lpstr>
      <vt:lpstr>Validation : testing different models</vt:lpstr>
      <vt:lpstr>Validation: evaluating models’ estimations</vt:lpstr>
      <vt:lpstr>Validation: Speed comparison</vt:lpstr>
      <vt:lpstr>BI V3 : Why</vt:lpstr>
      <vt:lpstr>Validation : testing different models</vt:lpstr>
      <vt:lpstr>Validation: evaluating models’ estimations</vt:lpstr>
      <vt:lpstr>Validation: Speed comparison</vt:lpstr>
      <vt:lpstr>Issue</vt:lpstr>
      <vt:lpstr>In the meantime…</vt:lpstr>
      <vt:lpstr>Validation : testing different models</vt:lpstr>
      <vt:lpstr>Validation: evaluating models’ estimations</vt:lpstr>
      <vt:lpstr>Validation: Speed comparison</vt:lpstr>
      <vt:lpstr>Validation: Large data &amp; CPU V GPU</vt:lpstr>
      <vt:lpstr>Application: Multinomial model</vt:lpstr>
      <vt:lpstr>Application: Simulation to validate model</vt:lpstr>
      <vt:lpstr>Application: Full model</vt:lpstr>
      <vt:lpstr>Application: Issue</vt:lpstr>
      <vt:lpstr>Application: Next step</vt:lpstr>
      <vt:lpstr>PowerPoint Presentation</vt:lpstr>
      <vt:lpstr>Pros &amp; Cons</vt:lpstr>
      <vt:lpstr>Future of the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Sosa</dc:creator>
  <cp:lastModifiedBy>Sebastian Sosa</cp:lastModifiedBy>
  <cp:revision>66</cp:revision>
  <dcterms:created xsi:type="dcterms:W3CDTF">2024-04-22T07:12:43Z</dcterms:created>
  <dcterms:modified xsi:type="dcterms:W3CDTF">2024-05-21T08:28:48Z</dcterms:modified>
</cp:coreProperties>
</file>